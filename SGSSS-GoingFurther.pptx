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sldIdLst>
    <p:sldId id="256" r:id="rId2"/>
    <p:sldId id="271" r:id="rId3"/>
    <p:sldId id="257" r:id="rId4"/>
    <p:sldId id="260" r:id="rId5"/>
    <p:sldId id="258" r:id="rId6"/>
    <p:sldId id="259" r:id="rId7"/>
    <p:sldId id="261" r:id="rId8"/>
    <p:sldId id="262" r:id="rId9"/>
    <p:sldId id="264" r:id="rId10"/>
    <p:sldId id="263" r:id="rId11"/>
    <p:sldId id="265" r:id="rId12"/>
    <p:sldId id="266" r:id="rId13"/>
    <p:sldId id="268" r:id="rId14"/>
    <p:sldId id="267"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0CAE2C-1D31-A599-8D68-09BD80730303}" v="2" dt="2025-02-08T21:13:08.8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sdair Stewart" userId="S::alasdair.stewart@glasgow.ac.uk::5374995c-09eb-464a-a6e8-88d978fbb26a" providerId="AD" clId="Web-{06E545EB-B1A2-BF8A-9105-1355AFE7F04C}"/>
    <pc:docChg chg="modSld">
      <pc:chgData name="Alasdair Stewart" userId="S::alasdair.stewart@glasgow.ac.uk::5374995c-09eb-464a-a6e8-88d978fbb26a" providerId="AD" clId="Web-{06E545EB-B1A2-BF8A-9105-1355AFE7F04C}" dt="2024-06-06T04:57:03.869" v="337" actId="20577"/>
      <pc:docMkLst>
        <pc:docMk/>
      </pc:docMkLst>
      <pc:sldChg chg="modSp">
        <pc:chgData name="Alasdair Stewart" userId="S::alasdair.stewart@glasgow.ac.uk::5374995c-09eb-464a-a6e8-88d978fbb26a" providerId="AD" clId="Web-{06E545EB-B1A2-BF8A-9105-1355AFE7F04C}" dt="2024-06-06T04:48:13.524" v="173" actId="20577"/>
        <pc:sldMkLst>
          <pc:docMk/>
          <pc:sldMk cId="3825418233" sldId="257"/>
        </pc:sldMkLst>
        <pc:spChg chg="mod">
          <ac:chgData name="Alasdair Stewart" userId="S::alasdair.stewart@glasgow.ac.uk::5374995c-09eb-464a-a6e8-88d978fbb26a" providerId="AD" clId="Web-{06E545EB-B1A2-BF8A-9105-1355AFE7F04C}" dt="2024-06-06T04:48:13.524" v="173" actId="20577"/>
          <ac:spMkLst>
            <pc:docMk/>
            <pc:sldMk cId="3825418233" sldId="257"/>
            <ac:spMk id="3" creationId="{186555D8-029A-2170-CB0A-9BE252EABC22}"/>
          </ac:spMkLst>
        </pc:spChg>
      </pc:sldChg>
      <pc:sldChg chg="modSp">
        <pc:chgData name="Alasdair Stewart" userId="S::alasdair.stewart@glasgow.ac.uk::5374995c-09eb-464a-a6e8-88d978fbb26a" providerId="AD" clId="Web-{06E545EB-B1A2-BF8A-9105-1355AFE7F04C}" dt="2024-06-06T04:50:15.183" v="194" actId="20577"/>
        <pc:sldMkLst>
          <pc:docMk/>
          <pc:sldMk cId="2970639530" sldId="259"/>
        </pc:sldMkLst>
        <pc:spChg chg="mod">
          <ac:chgData name="Alasdair Stewart" userId="S::alasdair.stewart@glasgow.ac.uk::5374995c-09eb-464a-a6e8-88d978fbb26a" providerId="AD" clId="Web-{06E545EB-B1A2-BF8A-9105-1355AFE7F04C}" dt="2024-06-06T04:50:15.183" v="194" actId="20577"/>
          <ac:spMkLst>
            <pc:docMk/>
            <pc:sldMk cId="2970639530" sldId="259"/>
            <ac:spMk id="11" creationId="{B0FC8DDD-8F50-43C9-292E-70F85FC7A3A4}"/>
          </ac:spMkLst>
        </pc:spChg>
      </pc:sldChg>
      <pc:sldChg chg="modSp">
        <pc:chgData name="Alasdair Stewart" userId="S::alasdair.stewart@glasgow.ac.uk::5374995c-09eb-464a-a6e8-88d978fbb26a" providerId="AD" clId="Web-{06E545EB-B1A2-BF8A-9105-1355AFE7F04C}" dt="2024-06-06T04:49:30.948" v="188" actId="20577"/>
        <pc:sldMkLst>
          <pc:docMk/>
          <pc:sldMk cId="4249678160" sldId="260"/>
        </pc:sldMkLst>
        <pc:spChg chg="mod">
          <ac:chgData name="Alasdair Stewart" userId="S::alasdair.stewart@glasgow.ac.uk::5374995c-09eb-464a-a6e8-88d978fbb26a" providerId="AD" clId="Web-{06E545EB-B1A2-BF8A-9105-1355AFE7F04C}" dt="2024-06-06T04:49:30.948" v="188" actId="20577"/>
          <ac:spMkLst>
            <pc:docMk/>
            <pc:sldMk cId="4249678160" sldId="260"/>
            <ac:spMk id="7" creationId="{76E27E57-DE4B-B4FA-A540-1381870A3A10}"/>
          </ac:spMkLst>
        </pc:spChg>
      </pc:sldChg>
      <pc:sldChg chg="modSp">
        <pc:chgData name="Alasdair Stewart" userId="S::alasdair.stewart@glasgow.ac.uk::5374995c-09eb-464a-a6e8-88d978fbb26a" providerId="AD" clId="Web-{06E545EB-B1A2-BF8A-9105-1355AFE7F04C}" dt="2024-06-06T04:46:03.955" v="167" actId="20577"/>
        <pc:sldMkLst>
          <pc:docMk/>
          <pc:sldMk cId="4278152163" sldId="261"/>
        </pc:sldMkLst>
        <pc:spChg chg="mod">
          <ac:chgData name="Alasdair Stewart" userId="S::alasdair.stewart@glasgow.ac.uk::5374995c-09eb-464a-a6e8-88d978fbb26a" providerId="AD" clId="Web-{06E545EB-B1A2-BF8A-9105-1355AFE7F04C}" dt="2024-06-06T04:46:03.955" v="167" actId="20577"/>
          <ac:spMkLst>
            <pc:docMk/>
            <pc:sldMk cId="4278152163" sldId="261"/>
            <ac:spMk id="3" creationId="{CE34B6EE-92EE-3C5A-719E-96F52AB72B70}"/>
          </ac:spMkLst>
        </pc:spChg>
      </pc:sldChg>
      <pc:sldChg chg="modSp">
        <pc:chgData name="Alasdair Stewart" userId="S::alasdair.stewart@glasgow.ac.uk::5374995c-09eb-464a-a6e8-88d978fbb26a" providerId="AD" clId="Web-{06E545EB-B1A2-BF8A-9105-1355AFE7F04C}" dt="2024-06-06T04:51:21.904" v="196" actId="20577"/>
        <pc:sldMkLst>
          <pc:docMk/>
          <pc:sldMk cId="3999081261" sldId="262"/>
        </pc:sldMkLst>
        <pc:spChg chg="mod">
          <ac:chgData name="Alasdair Stewart" userId="S::alasdair.stewart@glasgow.ac.uk::5374995c-09eb-464a-a6e8-88d978fbb26a" providerId="AD" clId="Web-{06E545EB-B1A2-BF8A-9105-1355AFE7F04C}" dt="2024-06-06T04:51:21.904" v="196" actId="20577"/>
          <ac:spMkLst>
            <pc:docMk/>
            <pc:sldMk cId="3999081261" sldId="262"/>
            <ac:spMk id="3" creationId="{AA162820-40D0-3E43-9F9F-4FB3439F51A4}"/>
          </ac:spMkLst>
        </pc:spChg>
      </pc:sldChg>
      <pc:sldChg chg="modSp">
        <pc:chgData name="Alasdair Stewart" userId="S::alasdair.stewart@glasgow.ac.uk::5374995c-09eb-464a-a6e8-88d978fbb26a" providerId="AD" clId="Web-{06E545EB-B1A2-BF8A-9105-1355AFE7F04C}" dt="2024-06-06T04:53:19.160" v="235" actId="20577"/>
        <pc:sldMkLst>
          <pc:docMk/>
          <pc:sldMk cId="3660467823" sldId="264"/>
        </pc:sldMkLst>
        <pc:spChg chg="mod">
          <ac:chgData name="Alasdair Stewart" userId="S::alasdair.stewart@glasgow.ac.uk::5374995c-09eb-464a-a6e8-88d978fbb26a" providerId="AD" clId="Web-{06E545EB-B1A2-BF8A-9105-1355AFE7F04C}" dt="2024-06-06T04:53:19.160" v="235" actId="20577"/>
          <ac:spMkLst>
            <pc:docMk/>
            <pc:sldMk cId="3660467823" sldId="264"/>
            <ac:spMk id="3" creationId="{AA162820-40D0-3E43-9F9F-4FB3439F51A4}"/>
          </ac:spMkLst>
        </pc:spChg>
      </pc:sldChg>
      <pc:sldChg chg="modSp">
        <pc:chgData name="Alasdair Stewart" userId="S::alasdair.stewart@glasgow.ac.uk::5374995c-09eb-464a-a6e8-88d978fbb26a" providerId="AD" clId="Web-{06E545EB-B1A2-BF8A-9105-1355AFE7F04C}" dt="2024-06-06T04:57:03.869" v="337" actId="20577"/>
        <pc:sldMkLst>
          <pc:docMk/>
          <pc:sldMk cId="1654589755" sldId="265"/>
        </pc:sldMkLst>
        <pc:spChg chg="mod">
          <ac:chgData name="Alasdair Stewart" userId="S::alasdair.stewart@glasgow.ac.uk::5374995c-09eb-464a-a6e8-88d978fbb26a" providerId="AD" clId="Web-{06E545EB-B1A2-BF8A-9105-1355AFE7F04C}" dt="2024-06-06T04:57:03.869" v="337" actId="20577"/>
          <ac:spMkLst>
            <pc:docMk/>
            <pc:sldMk cId="1654589755" sldId="265"/>
            <ac:spMk id="3" creationId="{49F89E2A-0DFF-E43F-AF74-1D36D2513128}"/>
          </ac:spMkLst>
        </pc:spChg>
      </pc:sldChg>
      <pc:sldChg chg="modSp">
        <pc:chgData name="Alasdair Stewart" userId="S::alasdair.stewart@glasgow.ac.uk::5374995c-09eb-464a-a6e8-88d978fbb26a" providerId="AD" clId="Web-{06E545EB-B1A2-BF8A-9105-1355AFE7F04C}" dt="2024-06-06T04:37:59.861" v="15" actId="20577"/>
        <pc:sldMkLst>
          <pc:docMk/>
          <pc:sldMk cId="2536247103" sldId="267"/>
        </pc:sldMkLst>
        <pc:spChg chg="mod">
          <ac:chgData name="Alasdair Stewart" userId="S::alasdair.stewart@glasgow.ac.uk::5374995c-09eb-464a-a6e8-88d978fbb26a" providerId="AD" clId="Web-{06E545EB-B1A2-BF8A-9105-1355AFE7F04C}" dt="2024-06-06T04:37:59.861" v="15" actId="20577"/>
          <ac:spMkLst>
            <pc:docMk/>
            <pc:sldMk cId="2536247103" sldId="267"/>
            <ac:spMk id="3" creationId="{680B9A95-BBA6-E761-F136-F61CE139E040}"/>
          </ac:spMkLst>
        </pc:spChg>
      </pc:sldChg>
      <pc:sldChg chg="modSp">
        <pc:chgData name="Alasdair Stewart" userId="S::alasdair.stewart@glasgow.ac.uk::5374995c-09eb-464a-a6e8-88d978fbb26a" providerId="AD" clId="Web-{06E545EB-B1A2-BF8A-9105-1355AFE7F04C}" dt="2024-06-06T04:55:12.788" v="297" actId="20577"/>
        <pc:sldMkLst>
          <pc:docMk/>
          <pc:sldMk cId="528094984" sldId="268"/>
        </pc:sldMkLst>
        <pc:spChg chg="mod">
          <ac:chgData name="Alasdair Stewart" userId="S::alasdair.stewart@glasgow.ac.uk::5374995c-09eb-464a-a6e8-88d978fbb26a" providerId="AD" clId="Web-{06E545EB-B1A2-BF8A-9105-1355AFE7F04C}" dt="2024-06-06T04:55:12.788" v="297" actId="20577"/>
          <ac:spMkLst>
            <pc:docMk/>
            <pc:sldMk cId="528094984" sldId="268"/>
            <ac:spMk id="3" creationId="{D7C308A0-B5E6-9825-C1AB-191F22BE80B2}"/>
          </ac:spMkLst>
        </pc:spChg>
      </pc:sldChg>
      <pc:sldChg chg="modSp">
        <pc:chgData name="Alasdair Stewart" userId="S::alasdair.stewart@glasgow.ac.uk::5374995c-09eb-464a-a6e8-88d978fbb26a" providerId="AD" clId="Web-{06E545EB-B1A2-BF8A-9105-1355AFE7F04C}" dt="2024-06-06T04:38:36.003" v="37" actId="20577"/>
        <pc:sldMkLst>
          <pc:docMk/>
          <pc:sldMk cId="1577067995" sldId="269"/>
        </pc:sldMkLst>
        <pc:spChg chg="mod">
          <ac:chgData name="Alasdair Stewart" userId="S::alasdair.stewart@glasgow.ac.uk::5374995c-09eb-464a-a6e8-88d978fbb26a" providerId="AD" clId="Web-{06E545EB-B1A2-BF8A-9105-1355AFE7F04C}" dt="2024-06-06T04:38:36.003" v="37" actId="20577"/>
          <ac:spMkLst>
            <pc:docMk/>
            <pc:sldMk cId="1577067995" sldId="269"/>
            <ac:spMk id="3" creationId="{680B9A95-BBA6-E761-F136-F61CE139E040}"/>
          </ac:spMkLst>
        </pc:spChg>
      </pc:sldChg>
    </pc:docChg>
  </pc:docChgLst>
  <pc:docChgLst>
    <pc:chgData name="Alasdair Stewart" userId="S::alasdair.stewart@glasgow.ac.uk::5374995c-09eb-464a-a6e8-88d978fbb26a" providerId="AD" clId="Web-{08F9F8C4-1F98-AF23-BF15-EB9D8E4108C1}"/>
    <pc:docChg chg="addSld modSld">
      <pc:chgData name="Alasdair Stewart" userId="S::alasdair.stewart@glasgow.ac.uk::5374995c-09eb-464a-a6e8-88d978fbb26a" providerId="AD" clId="Web-{08F9F8C4-1F98-AF23-BF15-EB9D8E4108C1}" dt="2024-06-06T04:58:55.111" v="9" actId="20577"/>
      <pc:docMkLst>
        <pc:docMk/>
      </pc:docMkLst>
      <pc:sldChg chg="addSp delSp modSp new">
        <pc:chgData name="Alasdair Stewart" userId="S::alasdair.stewart@glasgow.ac.uk::5374995c-09eb-464a-a6e8-88d978fbb26a" providerId="AD" clId="Web-{08F9F8C4-1F98-AF23-BF15-EB9D8E4108C1}" dt="2024-06-06T04:58:55.111" v="9" actId="20577"/>
        <pc:sldMkLst>
          <pc:docMk/>
          <pc:sldMk cId="1460610044" sldId="271"/>
        </pc:sldMkLst>
        <pc:spChg chg="mod">
          <ac:chgData name="Alasdair Stewart" userId="S::alasdair.stewart@glasgow.ac.uk::5374995c-09eb-464a-a6e8-88d978fbb26a" providerId="AD" clId="Web-{08F9F8C4-1F98-AF23-BF15-EB9D8E4108C1}" dt="2024-06-06T04:58:55.111" v="9" actId="20577"/>
          <ac:spMkLst>
            <pc:docMk/>
            <pc:sldMk cId="1460610044" sldId="271"/>
            <ac:spMk id="2" creationId="{2270CC0C-28B0-E10B-D4EA-DF137E98A5BD}"/>
          </ac:spMkLst>
        </pc:spChg>
        <pc:spChg chg="del mod">
          <ac:chgData name="Alasdair Stewart" userId="S::alasdair.stewart@glasgow.ac.uk::5374995c-09eb-464a-a6e8-88d978fbb26a" providerId="AD" clId="Web-{08F9F8C4-1F98-AF23-BF15-EB9D8E4108C1}" dt="2024-06-06T04:58:42.876" v="2"/>
          <ac:spMkLst>
            <pc:docMk/>
            <pc:sldMk cId="1460610044" sldId="271"/>
            <ac:spMk id="3" creationId="{75030AA6-AA70-703B-CAE6-8B8521C1D5D6}"/>
          </ac:spMkLst>
        </pc:spChg>
        <pc:picChg chg="add mod ord">
          <ac:chgData name="Alasdair Stewart" userId="S::alasdair.stewart@glasgow.ac.uk::5374995c-09eb-464a-a6e8-88d978fbb26a" providerId="AD" clId="Web-{08F9F8C4-1F98-AF23-BF15-EB9D8E4108C1}" dt="2024-06-06T04:58:42.876" v="2"/>
          <ac:picMkLst>
            <pc:docMk/>
            <pc:sldMk cId="1460610044" sldId="271"/>
            <ac:picMk id="6" creationId="{C1339C5C-9E59-F9EC-5502-10EAA546C304}"/>
          </ac:picMkLst>
        </pc:picChg>
      </pc:sldChg>
    </pc:docChg>
  </pc:docChgLst>
  <pc:docChgLst>
    <pc:chgData name="Alasdair Stewart" userId="S::alasdair.stewart@glasgow.ac.uk::5374995c-09eb-464a-a6e8-88d978fbb26a" providerId="AD" clId="Web-{A7224D03-2BB8-41FA-E27C-2CDDCC236A3D}"/>
    <pc:docChg chg="addSld delSld modSld sldOrd addMainMaster delMainMaster modMainMaster">
      <pc:chgData name="Alasdair Stewart" userId="S::alasdair.stewart@glasgow.ac.uk::5374995c-09eb-464a-a6e8-88d978fbb26a" providerId="AD" clId="Web-{A7224D03-2BB8-41FA-E27C-2CDDCC236A3D}" dt="2024-06-06T04:25:24.630" v="5139" actId="20577"/>
      <pc:docMkLst>
        <pc:docMk/>
      </pc:docMkLst>
      <pc:sldChg chg="addSp delSp modSp mod setBg modClrScheme delDesignElem chgLayout">
        <pc:chgData name="Alasdair Stewart" userId="S::alasdair.stewart@glasgow.ac.uk::5374995c-09eb-464a-a6e8-88d978fbb26a" providerId="AD" clId="Web-{A7224D03-2BB8-41FA-E27C-2CDDCC236A3D}" dt="2024-06-06T02:21:51.985" v="122"/>
        <pc:sldMkLst>
          <pc:docMk/>
          <pc:sldMk cId="109857222" sldId="256"/>
        </pc:sldMkLst>
        <pc:spChg chg="mod ord">
          <ac:chgData name="Alasdair Stewart" userId="S::alasdair.stewart@glasgow.ac.uk::5374995c-09eb-464a-a6e8-88d978fbb26a" providerId="AD" clId="Web-{A7224D03-2BB8-41FA-E27C-2CDDCC236A3D}" dt="2024-06-06T02:21:13.654" v="114"/>
          <ac:spMkLst>
            <pc:docMk/>
            <pc:sldMk cId="109857222" sldId="256"/>
            <ac:spMk id="2" creationId="{00000000-0000-0000-0000-000000000000}"/>
          </ac:spMkLst>
        </pc:spChg>
        <pc:spChg chg="mod ord">
          <ac:chgData name="Alasdair Stewart" userId="S::alasdair.stewart@glasgow.ac.uk::5374995c-09eb-464a-a6e8-88d978fbb26a" providerId="AD" clId="Web-{A7224D03-2BB8-41FA-E27C-2CDDCC236A3D}" dt="2024-06-06T02:21:13.654" v="114"/>
          <ac:spMkLst>
            <pc:docMk/>
            <pc:sldMk cId="109857222" sldId="256"/>
            <ac:spMk id="3" creationId="{00000000-0000-0000-0000-000000000000}"/>
          </ac:spMkLst>
        </pc:spChg>
        <pc:spChg chg="add del mod">
          <ac:chgData name="Alasdair Stewart" userId="S::alasdair.stewart@glasgow.ac.uk::5374995c-09eb-464a-a6e8-88d978fbb26a" providerId="AD" clId="Web-{A7224D03-2BB8-41FA-E27C-2CDDCC236A3D}" dt="2024-06-06T02:18:33.098" v="81"/>
          <ac:spMkLst>
            <pc:docMk/>
            <pc:sldMk cId="109857222" sldId="256"/>
            <ac:spMk id="6" creationId="{E53C4945-E9E7-46E6-A82A-266C2F00023C}"/>
          </ac:spMkLst>
        </pc:spChg>
        <pc:spChg chg="add mod">
          <ac:chgData name="Alasdair Stewart" userId="S::alasdair.stewart@glasgow.ac.uk::5374995c-09eb-464a-a6e8-88d978fbb26a" providerId="AD" clId="Web-{A7224D03-2BB8-41FA-E27C-2CDDCC236A3D}" dt="2024-06-06T02:19:42.836" v="104" actId="20577"/>
          <ac:spMkLst>
            <pc:docMk/>
            <pc:sldMk cId="109857222" sldId="256"/>
            <ac:spMk id="7" creationId="{EF729BF2-6252-DD76-ACEF-549DF0315F9A}"/>
          </ac:spMkLst>
        </pc:spChg>
        <pc:spChg chg="add mod">
          <ac:chgData name="Alasdair Stewart" userId="S::alasdair.stewart@glasgow.ac.uk::5374995c-09eb-464a-a6e8-88d978fbb26a" providerId="AD" clId="Web-{A7224D03-2BB8-41FA-E27C-2CDDCC236A3D}" dt="2024-06-06T02:21:51.985" v="122"/>
          <ac:spMkLst>
            <pc:docMk/>
            <pc:sldMk cId="109857222" sldId="256"/>
            <ac:spMk id="8" creationId="{19303352-1808-55AB-8A75-95D6B8B11018}"/>
          </ac:spMkLst>
        </pc:spChg>
        <pc:spChg chg="add del">
          <ac:chgData name="Alasdair Stewart" userId="S::alasdair.stewart@glasgow.ac.uk::5374995c-09eb-464a-a6e8-88d978fbb26a" providerId="AD" clId="Web-{A7224D03-2BB8-41FA-E27C-2CDDCC236A3D}" dt="2024-06-06T02:16:42.603" v="18"/>
          <ac:spMkLst>
            <pc:docMk/>
            <pc:sldMk cId="109857222" sldId="256"/>
            <ac:spMk id="9" creationId="{3030C083-7BDA-4E25-BFBB-C9679AF2C6FA}"/>
          </ac:spMkLst>
        </pc:spChg>
        <pc:spChg chg="add del mod">
          <ac:chgData name="Alasdair Stewart" userId="S::alasdair.stewart@glasgow.ac.uk::5374995c-09eb-464a-a6e8-88d978fbb26a" providerId="AD" clId="Web-{A7224D03-2BB8-41FA-E27C-2CDDCC236A3D}" dt="2024-06-06T02:18:33.098" v="81"/>
          <ac:spMkLst>
            <pc:docMk/>
            <pc:sldMk cId="109857222" sldId="256"/>
            <ac:spMk id="11" creationId="{C3C3A1B4-35BD-8C9C-76A8-39FB3E8B802D}"/>
          </ac:spMkLst>
        </pc:spChg>
        <pc:picChg chg="add mod">
          <ac:chgData name="Alasdair Stewart" userId="S::alasdair.stewart@glasgow.ac.uk::5374995c-09eb-464a-a6e8-88d978fbb26a" providerId="AD" clId="Web-{A7224D03-2BB8-41FA-E27C-2CDDCC236A3D}" dt="2024-06-06T02:18:58.881" v="84" actId="1076"/>
          <ac:picMkLst>
            <pc:docMk/>
            <pc:sldMk cId="109857222" sldId="256"/>
            <ac:picMk id="4" creationId="{B4A0791E-BF5E-0415-2D81-595FEF3D292A}"/>
          </ac:picMkLst>
        </pc:picChg>
      </pc:sldChg>
      <pc:sldChg chg="addSp modSp new mod modClrScheme chgLayout">
        <pc:chgData name="Alasdair Stewart" userId="S::alasdair.stewart@glasgow.ac.uk::5374995c-09eb-464a-a6e8-88d978fbb26a" providerId="AD" clId="Web-{A7224D03-2BB8-41FA-E27C-2CDDCC236A3D}" dt="2024-06-06T03:50:40.773" v="3027" actId="20577"/>
        <pc:sldMkLst>
          <pc:docMk/>
          <pc:sldMk cId="3825418233" sldId="257"/>
        </pc:sldMkLst>
        <pc:spChg chg="mod ord">
          <ac:chgData name="Alasdair Stewart" userId="S::alasdair.stewart@glasgow.ac.uk::5374995c-09eb-464a-a6e8-88d978fbb26a" providerId="AD" clId="Web-{A7224D03-2BB8-41FA-E27C-2CDDCC236A3D}" dt="2024-06-06T02:21:13.654" v="114"/>
          <ac:spMkLst>
            <pc:docMk/>
            <pc:sldMk cId="3825418233" sldId="257"/>
            <ac:spMk id="2" creationId="{FAF6B424-4EAB-9C08-C0A5-26F469A3D427}"/>
          </ac:spMkLst>
        </pc:spChg>
        <pc:spChg chg="mod ord">
          <ac:chgData name="Alasdair Stewart" userId="S::alasdair.stewart@glasgow.ac.uk::5374995c-09eb-464a-a6e8-88d978fbb26a" providerId="AD" clId="Web-{A7224D03-2BB8-41FA-E27C-2CDDCC236A3D}" dt="2024-06-06T03:50:40.773" v="3027" actId="20577"/>
          <ac:spMkLst>
            <pc:docMk/>
            <pc:sldMk cId="3825418233" sldId="257"/>
            <ac:spMk id="3" creationId="{186555D8-029A-2170-CB0A-9BE252EABC22}"/>
          </ac:spMkLst>
        </pc:spChg>
        <pc:spChg chg="add mod">
          <ac:chgData name="Alasdair Stewart" userId="S::alasdair.stewart@glasgow.ac.uk::5374995c-09eb-464a-a6e8-88d978fbb26a" providerId="AD" clId="Web-{A7224D03-2BB8-41FA-E27C-2CDDCC236A3D}" dt="2024-06-06T02:21:51.985" v="122"/>
          <ac:spMkLst>
            <pc:docMk/>
            <pc:sldMk cId="3825418233" sldId="257"/>
            <ac:spMk id="4" creationId="{97CD5C43-6425-6886-2E31-B5E3344B5C60}"/>
          </ac:spMkLst>
        </pc:spChg>
      </pc:sldChg>
      <pc:sldChg chg="addSp delSp modSp new mod modClrScheme chgLayout">
        <pc:chgData name="Alasdair Stewart" userId="S::alasdair.stewart@glasgow.ac.uk::5374995c-09eb-464a-a6e8-88d978fbb26a" providerId="AD" clId="Web-{A7224D03-2BB8-41FA-E27C-2CDDCC236A3D}" dt="2024-06-06T03:51:04.212" v="3029" actId="20577"/>
        <pc:sldMkLst>
          <pc:docMk/>
          <pc:sldMk cId="1369470060" sldId="258"/>
        </pc:sldMkLst>
        <pc:spChg chg="mod ord">
          <ac:chgData name="Alasdair Stewart" userId="S::alasdair.stewart@glasgow.ac.uk::5374995c-09eb-464a-a6e8-88d978fbb26a" providerId="AD" clId="Web-{A7224D03-2BB8-41FA-E27C-2CDDCC236A3D}" dt="2024-06-06T02:23:43.945" v="159"/>
          <ac:spMkLst>
            <pc:docMk/>
            <pc:sldMk cId="1369470060" sldId="258"/>
            <ac:spMk id="2" creationId="{9BF4CF17-AD0B-463D-C8B7-19C4A74F5EF5}"/>
          </ac:spMkLst>
        </pc:spChg>
        <pc:spChg chg="del mod ord">
          <ac:chgData name="Alasdair Stewart" userId="S::alasdair.stewart@glasgow.ac.uk::5374995c-09eb-464a-a6e8-88d978fbb26a" providerId="AD" clId="Web-{A7224D03-2BB8-41FA-E27C-2CDDCC236A3D}" dt="2024-06-06T02:23:43.945" v="159"/>
          <ac:spMkLst>
            <pc:docMk/>
            <pc:sldMk cId="1369470060" sldId="258"/>
            <ac:spMk id="3" creationId="{ACF1806E-1D64-AB24-83EB-F555F97D8ADA}"/>
          </ac:spMkLst>
        </pc:spChg>
        <pc:spChg chg="mod ord">
          <ac:chgData name="Alasdair Stewart" userId="S::alasdair.stewart@glasgow.ac.uk::5374995c-09eb-464a-a6e8-88d978fbb26a" providerId="AD" clId="Web-{A7224D03-2BB8-41FA-E27C-2CDDCC236A3D}" dt="2024-06-06T02:23:43.945" v="159"/>
          <ac:spMkLst>
            <pc:docMk/>
            <pc:sldMk cId="1369470060" sldId="258"/>
            <ac:spMk id="4" creationId="{3200C13D-7082-ABB9-FE61-78EF1B51E52D}"/>
          </ac:spMkLst>
        </pc:spChg>
        <pc:spChg chg="del mod ord">
          <ac:chgData name="Alasdair Stewart" userId="S::alasdair.stewart@glasgow.ac.uk::5374995c-09eb-464a-a6e8-88d978fbb26a" providerId="AD" clId="Web-{A7224D03-2BB8-41FA-E27C-2CDDCC236A3D}" dt="2024-06-06T02:21:41.516" v="115"/>
          <ac:spMkLst>
            <pc:docMk/>
            <pc:sldMk cId="1369470060" sldId="258"/>
            <ac:spMk id="5" creationId="{9A03EDFC-F110-BDE1-3627-6A6C04C34EE8}"/>
          </ac:spMkLst>
        </pc:spChg>
        <pc:spChg chg="del mod ord">
          <ac:chgData name="Alasdair Stewart" userId="S::alasdair.stewart@glasgow.ac.uk::5374995c-09eb-464a-a6e8-88d978fbb26a" providerId="AD" clId="Web-{A7224D03-2BB8-41FA-E27C-2CDDCC236A3D}" dt="2024-06-06T02:21:49.297" v="120"/>
          <ac:spMkLst>
            <pc:docMk/>
            <pc:sldMk cId="1369470060" sldId="258"/>
            <ac:spMk id="6" creationId="{E518B4B7-DFE4-FD31-BD19-B5B2B7C01F03}"/>
          </ac:spMkLst>
        </pc:spChg>
        <pc:spChg chg="add del mod">
          <ac:chgData name="Alasdair Stewart" userId="S::alasdair.stewart@glasgow.ac.uk::5374995c-09eb-464a-a6e8-88d978fbb26a" providerId="AD" clId="Web-{A7224D03-2BB8-41FA-E27C-2CDDCC236A3D}" dt="2024-06-06T02:21:43.656" v="117"/>
          <ac:spMkLst>
            <pc:docMk/>
            <pc:sldMk cId="1369470060" sldId="258"/>
            <ac:spMk id="7" creationId="{55AD5863-5693-D3EF-67CC-244448CE0982}"/>
          </ac:spMkLst>
        </pc:spChg>
        <pc:spChg chg="add del mod">
          <ac:chgData name="Alasdair Stewart" userId="S::alasdair.stewart@glasgow.ac.uk::5374995c-09eb-464a-a6e8-88d978fbb26a" providerId="AD" clId="Web-{A7224D03-2BB8-41FA-E27C-2CDDCC236A3D}" dt="2024-06-06T02:21:46.672" v="119"/>
          <ac:spMkLst>
            <pc:docMk/>
            <pc:sldMk cId="1369470060" sldId="258"/>
            <ac:spMk id="8" creationId="{FEE1D1F6-79B4-1FAF-2098-1EE4497651D9}"/>
          </ac:spMkLst>
        </pc:spChg>
        <pc:spChg chg="add mod">
          <ac:chgData name="Alasdair Stewart" userId="S::alasdair.stewart@glasgow.ac.uk::5374995c-09eb-464a-a6e8-88d978fbb26a" providerId="AD" clId="Web-{A7224D03-2BB8-41FA-E27C-2CDDCC236A3D}" dt="2024-06-06T02:23:43.945" v="159"/>
          <ac:spMkLst>
            <pc:docMk/>
            <pc:sldMk cId="1369470060" sldId="258"/>
            <ac:spMk id="9" creationId="{D89E01B5-B4BD-DBF5-F064-61E6A15064F4}"/>
          </ac:spMkLst>
        </pc:spChg>
        <pc:graphicFrameChg chg="add modGraphic">
          <ac:chgData name="Alasdair Stewart" userId="S::alasdair.stewart@glasgow.ac.uk::5374995c-09eb-464a-a6e8-88d978fbb26a" providerId="AD" clId="Web-{A7224D03-2BB8-41FA-E27C-2CDDCC236A3D}" dt="2024-06-06T03:51:04.212" v="3029" actId="20577"/>
          <ac:graphicFrameMkLst>
            <pc:docMk/>
            <pc:sldMk cId="1369470060" sldId="258"/>
            <ac:graphicFrameMk id="11" creationId="{48006A4B-0CB7-F050-45BB-58BB999E02DF}"/>
          </ac:graphicFrameMkLst>
        </pc:graphicFrameChg>
      </pc:sldChg>
      <pc:sldChg chg="addSp delSp modSp new mod modClrScheme chgLayout">
        <pc:chgData name="Alasdair Stewart" userId="S::alasdair.stewart@glasgow.ac.uk::5374995c-09eb-464a-a6e8-88d978fbb26a" providerId="AD" clId="Web-{A7224D03-2BB8-41FA-E27C-2CDDCC236A3D}" dt="2024-06-06T03:51:10.353" v="3030" actId="20577"/>
        <pc:sldMkLst>
          <pc:docMk/>
          <pc:sldMk cId="2970639530" sldId="259"/>
        </pc:sldMkLst>
        <pc:spChg chg="mod">
          <ac:chgData name="Alasdair Stewart" userId="S::alasdair.stewart@glasgow.ac.uk::5374995c-09eb-464a-a6e8-88d978fbb26a" providerId="AD" clId="Web-{A7224D03-2BB8-41FA-E27C-2CDDCC236A3D}" dt="2024-06-06T03:51:10.353" v="3030" actId="20577"/>
          <ac:spMkLst>
            <pc:docMk/>
            <pc:sldMk cId="2970639530" sldId="259"/>
            <ac:spMk id="2" creationId="{44314992-ADBE-F9EC-E917-84EC484E4D0D}"/>
          </ac:spMkLst>
        </pc:spChg>
        <pc:spChg chg="del">
          <ac:chgData name="Alasdair Stewart" userId="S::alasdair.stewart@glasgow.ac.uk::5374995c-09eb-464a-a6e8-88d978fbb26a" providerId="AD" clId="Web-{A7224D03-2BB8-41FA-E27C-2CDDCC236A3D}" dt="2024-06-06T02:26:01.783" v="171"/>
          <ac:spMkLst>
            <pc:docMk/>
            <pc:sldMk cId="2970639530" sldId="259"/>
            <ac:spMk id="3" creationId="{265E945F-4F35-7E9A-1788-F1D7BC67E9F0}"/>
          </ac:spMkLst>
        </pc:spChg>
        <pc:spChg chg="mod">
          <ac:chgData name="Alasdair Stewart" userId="S::alasdair.stewart@glasgow.ac.uk::5374995c-09eb-464a-a6e8-88d978fbb26a" providerId="AD" clId="Web-{A7224D03-2BB8-41FA-E27C-2CDDCC236A3D}" dt="2024-06-06T02:26:12.565" v="175"/>
          <ac:spMkLst>
            <pc:docMk/>
            <pc:sldMk cId="2970639530" sldId="259"/>
            <ac:spMk id="4" creationId="{B6AAD6EF-2A29-2CC2-2E31-9E8CD0ABD3F1}"/>
          </ac:spMkLst>
        </pc:spChg>
        <pc:spChg chg="mod">
          <ac:chgData name="Alasdair Stewart" userId="S::alasdair.stewart@glasgow.ac.uk::5374995c-09eb-464a-a6e8-88d978fbb26a" providerId="AD" clId="Web-{A7224D03-2BB8-41FA-E27C-2CDDCC236A3D}" dt="2024-06-06T02:26:12.565" v="175"/>
          <ac:spMkLst>
            <pc:docMk/>
            <pc:sldMk cId="2970639530" sldId="259"/>
            <ac:spMk id="5" creationId="{A4D431A1-2BEA-1439-BA36-042FA220D3BC}"/>
          </ac:spMkLst>
        </pc:spChg>
        <pc:spChg chg="add mod">
          <ac:chgData name="Alasdair Stewart" userId="S::alasdair.stewart@glasgow.ac.uk::5374995c-09eb-464a-a6e8-88d978fbb26a" providerId="AD" clId="Web-{A7224D03-2BB8-41FA-E27C-2CDDCC236A3D}" dt="2024-06-06T02:32:48.434" v="344" actId="20577"/>
          <ac:spMkLst>
            <pc:docMk/>
            <pc:sldMk cId="2970639530" sldId="259"/>
            <ac:spMk id="11" creationId="{B0FC8DDD-8F50-43C9-292E-70F85FC7A3A4}"/>
          </ac:spMkLst>
        </pc:spChg>
        <pc:picChg chg="add mod ord">
          <ac:chgData name="Alasdair Stewart" userId="S::alasdair.stewart@glasgow.ac.uk::5374995c-09eb-464a-a6e8-88d978fbb26a" providerId="AD" clId="Web-{A7224D03-2BB8-41FA-E27C-2CDDCC236A3D}" dt="2024-06-06T02:26:12.565" v="175"/>
          <ac:picMkLst>
            <pc:docMk/>
            <pc:sldMk cId="2970639530" sldId="259"/>
            <ac:picMk id="6" creationId="{1C0131DD-91A5-D901-38CF-0605D0AC72B5}"/>
          </ac:picMkLst>
        </pc:picChg>
      </pc:sldChg>
      <pc:sldChg chg="addSp delSp modSp new del mod modClrScheme chgLayout">
        <pc:chgData name="Alasdair Stewart" userId="S::alasdair.stewart@glasgow.ac.uk::5374995c-09eb-464a-a6e8-88d978fbb26a" providerId="AD" clId="Web-{A7224D03-2BB8-41FA-E27C-2CDDCC236A3D}" dt="2024-06-06T02:35:47.132" v="348"/>
        <pc:sldMkLst>
          <pc:docMk/>
          <pc:sldMk cId="1385277207" sldId="260"/>
        </pc:sldMkLst>
        <pc:spChg chg="del">
          <ac:chgData name="Alasdair Stewart" userId="S::alasdair.stewart@glasgow.ac.uk::5374995c-09eb-464a-a6e8-88d978fbb26a" providerId="AD" clId="Web-{A7224D03-2BB8-41FA-E27C-2CDDCC236A3D}" dt="2024-06-06T02:32:54.747" v="346"/>
          <ac:spMkLst>
            <pc:docMk/>
            <pc:sldMk cId="1385277207" sldId="260"/>
            <ac:spMk id="2" creationId="{34DC5C0B-1EFB-4A54-20F6-C4B92421E794}"/>
          </ac:spMkLst>
        </pc:spChg>
        <pc:spChg chg="del">
          <ac:chgData name="Alasdair Stewart" userId="S::alasdair.stewart@glasgow.ac.uk::5374995c-09eb-464a-a6e8-88d978fbb26a" providerId="AD" clId="Web-{A7224D03-2BB8-41FA-E27C-2CDDCC236A3D}" dt="2024-06-06T02:32:54.747" v="346"/>
          <ac:spMkLst>
            <pc:docMk/>
            <pc:sldMk cId="1385277207" sldId="260"/>
            <ac:spMk id="3" creationId="{A5325DCB-97D7-AFD5-2214-59FECDA5CCE8}"/>
          </ac:spMkLst>
        </pc:spChg>
        <pc:spChg chg="del">
          <ac:chgData name="Alasdair Stewart" userId="S::alasdair.stewart@glasgow.ac.uk::5374995c-09eb-464a-a6e8-88d978fbb26a" providerId="AD" clId="Web-{A7224D03-2BB8-41FA-E27C-2CDDCC236A3D}" dt="2024-06-06T02:32:54.747" v="346"/>
          <ac:spMkLst>
            <pc:docMk/>
            <pc:sldMk cId="1385277207" sldId="260"/>
            <ac:spMk id="4" creationId="{104183F8-D3B5-0479-2852-B46443C59942}"/>
          </ac:spMkLst>
        </pc:spChg>
        <pc:spChg chg="mod ord">
          <ac:chgData name="Alasdair Stewart" userId="S::alasdair.stewart@glasgow.ac.uk::5374995c-09eb-464a-a6e8-88d978fbb26a" providerId="AD" clId="Web-{A7224D03-2BB8-41FA-E27C-2CDDCC236A3D}" dt="2024-06-06T02:32:54.747" v="346"/>
          <ac:spMkLst>
            <pc:docMk/>
            <pc:sldMk cId="1385277207" sldId="260"/>
            <ac:spMk id="5" creationId="{94C0A3BD-376A-9692-5C34-54143AE28ECB}"/>
          </ac:spMkLst>
        </pc:spChg>
        <pc:spChg chg="mod ord">
          <ac:chgData name="Alasdair Stewart" userId="S::alasdair.stewart@glasgow.ac.uk::5374995c-09eb-464a-a6e8-88d978fbb26a" providerId="AD" clId="Web-{A7224D03-2BB8-41FA-E27C-2CDDCC236A3D}" dt="2024-06-06T02:32:54.747" v="346"/>
          <ac:spMkLst>
            <pc:docMk/>
            <pc:sldMk cId="1385277207" sldId="260"/>
            <ac:spMk id="6" creationId="{2F1DF8BA-6BFF-A1BA-0BC6-D253A055CE1A}"/>
          </ac:spMkLst>
        </pc:spChg>
        <pc:picChg chg="add mod">
          <ac:chgData name="Alasdair Stewart" userId="S::alasdair.stewart@glasgow.ac.uk::5374995c-09eb-464a-a6e8-88d978fbb26a" providerId="AD" clId="Web-{A7224D03-2BB8-41FA-E27C-2CDDCC236A3D}" dt="2024-06-06T02:32:57.887" v="347"/>
          <ac:picMkLst>
            <pc:docMk/>
            <pc:sldMk cId="1385277207" sldId="260"/>
            <ac:picMk id="7" creationId="{8F844BFD-0DE8-D8E8-3492-347940358C04}"/>
          </ac:picMkLst>
        </pc:picChg>
      </pc:sldChg>
      <pc:sldChg chg="addSp delSp modSp new mod ord modClrScheme chgLayout">
        <pc:chgData name="Alasdair Stewart" userId="S::alasdair.stewart@glasgow.ac.uk::5374995c-09eb-464a-a6e8-88d978fbb26a" providerId="AD" clId="Web-{A7224D03-2BB8-41FA-E27C-2CDDCC236A3D}" dt="2024-06-06T03:34:47.964" v="2051" actId="20577"/>
        <pc:sldMkLst>
          <pc:docMk/>
          <pc:sldMk cId="4249678160" sldId="260"/>
        </pc:sldMkLst>
        <pc:spChg chg="mod ord">
          <ac:chgData name="Alasdair Stewart" userId="S::alasdair.stewart@glasgow.ac.uk::5374995c-09eb-464a-a6e8-88d978fbb26a" providerId="AD" clId="Web-{A7224D03-2BB8-41FA-E27C-2CDDCC236A3D}" dt="2024-06-06T03:09:25.122" v="1091" actId="20577"/>
          <ac:spMkLst>
            <pc:docMk/>
            <pc:sldMk cId="4249678160" sldId="260"/>
            <ac:spMk id="2" creationId="{70C64C6D-21BE-A0A6-2D3E-639EE46FE4F9}"/>
          </ac:spMkLst>
        </pc:spChg>
        <pc:spChg chg="del">
          <ac:chgData name="Alasdair Stewart" userId="S::alasdair.stewart@glasgow.ac.uk::5374995c-09eb-464a-a6e8-88d978fbb26a" providerId="AD" clId="Web-{A7224D03-2BB8-41FA-E27C-2CDDCC236A3D}" dt="2024-06-06T02:36:20.525" v="350"/>
          <ac:spMkLst>
            <pc:docMk/>
            <pc:sldMk cId="4249678160" sldId="260"/>
            <ac:spMk id="3" creationId="{BA52D8B6-75F3-D4EA-896D-059409D06581}"/>
          </ac:spMkLst>
        </pc:spChg>
        <pc:spChg chg="del">
          <ac:chgData name="Alasdair Stewart" userId="S::alasdair.stewart@glasgow.ac.uk::5374995c-09eb-464a-a6e8-88d978fbb26a" providerId="AD" clId="Web-{A7224D03-2BB8-41FA-E27C-2CDDCC236A3D}" dt="2024-06-06T02:36:20.525" v="350"/>
          <ac:spMkLst>
            <pc:docMk/>
            <pc:sldMk cId="4249678160" sldId="260"/>
            <ac:spMk id="4" creationId="{D2D40B7D-32E0-62DA-568F-9C60454686EE}"/>
          </ac:spMkLst>
        </pc:spChg>
        <pc:spChg chg="mod ord">
          <ac:chgData name="Alasdair Stewart" userId="S::alasdair.stewart@glasgow.ac.uk::5374995c-09eb-464a-a6e8-88d978fbb26a" providerId="AD" clId="Web-{A7224D03-2BB8-41FA-E27C-2CDDCC236A3D}" dt="2024-06-06T02:37:04.778" v="357"/>
          <ac:spMkLst>
            <pc:docMk/>
            <pc:sldMk cId="4249678160" sldId="260"/>
            <ac:spMk id="5" creationId="{3735378F-90D0-9711-A0B1-EDF0B13191D1}"/>
          </ac:spMkLst>
        </pc:spChg>
        <pc:spChg chg="mod ord">
          <ac:chgData name="Alasdair Stewart" userId="S::alasdair.stewart@glasgow.ac.uk::5374995c-09eb-464a-a6e8-88d978fbb26a" providerId="AD" clId="Web-{A7224D03-2BB8-41FA-E27C-2CDDCC236A3D}" dt="2024-06-06T02:37:04.778" v="357"/>
          <ac:spMkLst>
            <pc:docMk/>
            <pc:sldMk cId="4249678160" sldId="260"/>
            <ac:spMk id="6" creationId="{1C0665E1-110F-8E9A-356A-E755EF2F48DF}"/>
          </ac:spMkLst>
        </pc:spChg>
        <pc:spChg chg="add mod ord">
          <ac:chgData name="Alasdair Stewart" userId="S::alasdair.stewart@glasgow.ac.uk::5374995c-09eb-464a-a6e8-88d978fbb26a" providerId="AD" clId="Web-{A7224D03-2BB8-41FA-E27C-2CDDCC236A3D}" dt="2024-06-06T03:34:47.964" v="2051" actId="20577"/>
          <ac:spMkLst>
            <pc:docMk/>
            <pc:sldMk cId="4249678160" sldId="260"/>
            <ac:spMk id="7" creationId="{76E27E57-DE4B-B4FA-A540-1381870A3A10}"/>
          </ac:spMkLst>
        </pc:spChg>
      </pc:sldChg>
      <pc:sldChg chg="delSp modSp new mod modClrScheme chgLayout">
        <pc:chgData name="Alasdair Stewart" userId="S::alasdair.stewart@glasgow.ac.uk::5374995c-09eb-464a-a6e8-88d978fbb26a" providerId="AD" clId="Web-{A7224D03-2BB8-41FA-E27C-2CDDCC236A3D}" dt="2024-06-06T03:54:42.273" v="3166" actId="20577"/>
        <pc:sldMkLst>
          <pc:docMk/>
          <pc:sldMk cId="4278152163" sldId="261"/>
        </pc:sldMkLst>
        <pc:spChg chg="mod ord">
          <ac:chgData name="Alasdair Stewart" userId="S::alasdair.stewart@glasgow.ac.uk::5374995c-09eb-464a-a6e8-88d978fbb26a" providerId="AD" clId="Web-{A7224D03-2BB8-41FA-E27C-2CDDCC236A3D}" dt="2024-06-06T02:43:40.755" v="424" actId="20577"/>
          <ac:spMkLst>
            <pc:docMk/>
            <pc:sldMk cId="4278152163" sldId="261"/>
            <ac:spMk id="2" creationId="{8F3B9642-756F-D723-5B74-AEACC79148ED}"/>
          </ac:spMkLst>
        </pc:spChg>
        <pc:spChg chg="mod ord">
          <ac:chgData name="Alasdair Stewart" userId="S::alasdair.stewart@glasgow.ac.uk::5374995c-09eb-464a-a6e8-88d978fbb26a" providerId="AD" clId="Web-{A7224D03-2BB8-41FA-E27C-2CDDCC236A3D}" dt="2024-06-06T03:54:42.273" v="3166" actId="20577"/>
          <ac:spMkLst>
            <pc:docMk/>
            <pc:sldMk cId="4278152163" sldId="261"/>
            <ac:spMk id="3" creationId="{CE34B6EE-92EE-3C5A-719E-96F52AB72B70}"/>
          </ac:spMkLst>
        </pc:spChg>
        <pc:spChg chg="del">
          <ac:chgData name="Alasdair Stewart" userId="S::alasdair.stewart@glasgow.ac.uk::5374995c-09eb-464a-a6e8-88d978fbb26a" providerId="AD" clId="Web-{A7224D03-2BB8-41FA-E27C-2CDDCC236A3D}" dt="2024-06-06T02:38:30.892" v="406"/>
          <ac:spMkLst>
            <pc:docMk/>
            <pc:sldMk cId="4278152163" sldId="261"/>
            <ac:spMk id="4" creationId="{095C88F7-15F1-A549-8497-EFE78021A5FB}"/>
          </ac:spMkLst>
        </pc:spChg>
        <pc:spChg chg="mod ord">
          <ac:chgData name="Alasdair Stewart" userId="S::alasdair.stewart@glasgow.ac.uk::5374995c-09eb-464a-a6e8-88d978fbb26a" providerId="AD" clId="Web-{A7224D03-2BB8-41FA-E27C-2CDDCC236A3D}" dt="2024-06-06T02:38:30.892" v="406"/>
          <ac:spMkLst>
            <pc:docMk/>
            <pc:sldMk cId="4278152163" sldId="261"/>
            <ac:spMk id="5" creationId="{BC93C4CC-8D33-3D5F-56ED-7CB4C69101A1}"/>
          </ac:spMkLst>
        </pc:spChg>
        <pc:spChg chg="mod ord">
          <ac:chgData name="Alasdair Stewart" userId="S::alasdair.stewart@glasgow.ac.uk::5374995c-09eb-464a-a6e8-88d978fbb26a" providerId="AD" clId="Web-{A7224D03-2BB8-41FA-E27C-2CDDCC236A3D}" dt="2024-06-06T02:38:30.892" v="406"/>
          <ac:spMkLst>
            <pc:docMk/>
            <pc:sldMk cId="4278152163" sldId="261"/>
            <ac:spMk id="6" creationId="{D1DE586A-496A-5FF3-E1A2-9C70B1018BB8}"/>
          </ac:spMkLst>
        </pc:spChg>
      </pc:sldChg>
      <pc:sldChg chg="modSp new">
        <pc:chgData name="Alasdair Stewart" userId="S::alasdair.stewart@glasgow.ac.uk::5374995c-09eb-464a-a6e8-88d978fbb26a" providerId="AD" clId="Web-{A7224D03-2BB8-41FA-E27C-2CDDCC236A3D}" dt="2024-06-06T04:15:14.025" v="4307" actId="20577"/>
        <pc:sldMkLst>
          <pc:docMk/>
          <pc:sldMk cId="3999081261" sldId="262"/>
        </pc:sldMkLst>
        <pc:spChg chg="mod">
          <ac:chgData name="Alasdair Stewart" userId="S::alasdair.stewart@glasgow.ac.uk::5374995c-09eb-464a-a6e8-88d978fbb26a" providerId="AD" clId="Web-{A7224D03-2BB8-41FA-E27C-2CDDCC236A3D}" dt="2024-06-06T03:19:07.724" v="1445" actId="20577"/>
          <ac:spMkLst>
            <pc:docMk/>
            <pc:sldMk cId="3999081261" sldId="262"/>
            <ac:spMk id="2" creationId="{6ADD670C-7184-710D-10F6-BD9AEC44E307}"/>
          </ac:spMkLst>
        </pc:spChg>
        <pc:spChg chg="mod">
          <ac:chgData name="Alasdair Stewart" userId="S::alasdair.stewart@glasgow.ac.uk::5374995c-09eb-464a-a6e8-88d978fbb26a" providerId="AD" clId="Web-{A7224D03-2BB8-41FA-E27C-2CDDCC236A3D}" dt="2024-06-06T04:15:14.025" v="4307" actId="20577"/>
          <ac:spMkLst>
            <pc:docMk/>
            <pc:sldMk cId="3999081261" sldId="262"/>
            <ac:spMk id="3" creationId="{AA162820-40D0-3E43-9F9F-4FB3439F51A4}"/>
          </ac:spMkLst>
        </pc:spChg>
      </pc:sldChg>
      <pc:sldChg chg="modSp new">
        <pc:chgData name="Alasdair Stewart" userId="S::alasdair.stewart@glasgow.ac.uk::5374995c-09eb-464a-a6e8-88d978fbb26a" providerId="AD" clId="Web-{A7224D03-2BB8-41FA-E27C-2CDDCC236A3D}" dt="2024-06-06T03:41:43.224" v="2411" actId="20577"/>
        <pc:sldMkLst>
          <pc:docMk/>
          <pc:sldMk cId="156352068" sldId="263"/>
        </pc:sldMkLst>
        <pc:spChg chg="mod">
          <ac:chgData name="Alasdair Stewart" userId="S::alasdair.stewart@glasgow.ac.uk::5374995c-09eb-464a-a6e8-88d978fbb26a" providerId="AD" clId="Web-{A7224D03-2BB8-41FA-E27C-2CDDCC236A3D}" dt="2024-06-06T03:19:50.883" v="1460" actId="20577"/>
          <ac:spMkLst>
            <pc:docMk/>
            <pc:sldMk cId="156352068" sldId="263"/>
            <ac:spMk id="2" creationId="{186EB438-CC0F-1DFE-6006-07A03914E900}"/>
          </ac:spMkLst>
        </pc:spChg>
        <pc:spChg chg="mod">
          <ac:chgData name="Alasdair Stewart" userId="S::alasdair.stewart@glasgow.ac.uk::5374995c-09eb-464a-a6e8-88d978fbb26a" providerId="AD" clId="Web-{A7224D03-2BB8-41FA-E27C-2CDDCC236A3D}" dt="2024-06-06T03:41:43.224" v="2411" actId="20577"/>
          <ac:spMkLst>
            <pc:docMk/>
            <pc:sldMk cId="156352068" sldId="263"/>
            <ac:spMk id="3" creationId="{49F89E2A-0DFF-E43F-AF74-1D36D2513128}"/>
          </ac:spMkLst>
        </pc:spChg>
      </pc:sldChg>
      <pc:sldChg chg="modSp add replId">
        <pc:chgData name="Alasdair Stewart" userId="S::alasdair.stewart@glasgow.ac.uk::5374995c-09eb-464a-a6e8-88d978fbb26a" providerId="AD" clId="Web-{A7224D03-2BB8-41FA-E27C-2CDDCC236A3D}" dt="2024-06-06T04:04:38.625" v="3660" actId="20577"/>
        <pc:sldMkLst>
          <pc:docMk/>
          <pc:sldMk cId="3660467823" sldId="264"/>
        </pc:sldMkLst>
        <pc:spChg chg="mod">
          <ac:chgData name="Alasdair Stewart" userId="S::alasdair.stewart@glasgow.ac.uk::5374995c-09eb-464a-a6e8-88d978fbb26a" providerId="AD" clId="Web-{A7224D03-2BB8-41FA-E27C-2CDDCC236A3D}" dt="2024-06-06T04:04:38.625" v="3660" actId="20577"/>
          <ac:spMkLst>
            <pc:docMk/>
            <pc:sldMk cId="3660467823" sldId="264"/>
            <ac:spMk id="3" creationId="{AA162820-40D0-3E43-9F9F-4FB3439F51A4}"/>
          </ac:spMkLst>
        </pc:spChg>
      </pc:sldChg>
      <pc:sldChg chg="modSp add replId">
        <pc:chgData name="Alasdair Stewart" userId="S::alasdair.stewart@glasgow.ac.uk::5374995c-09eb-464a-a6e8-88d978fbb26a" providerId="AD" clId="Web-{A7224D03-2BB8-41FA-E27C-2CDDCC236A3D}" dt="2024-06-06T04:18:09.770" v="4407" actId="20577"/>
        <pc:sldMkLst>
          <pc:docMk/>
          <pc:sldMk cId="1654589755" sldId="265"/>
        </pc:sldMkLst>
        <pc:spChg chg="mod">
          <ac:chgData name="Alasdair Stewart" userId="S::alasdair.stewart@glasgow.ac.uk::5374995c-09eb-464a-a6e8-88d978fbb26a" providerId="AD" clId="Web-{A7224D03-2BB8-41FA-E27C-2CDDCC236A3D}" dt="2024-06-06T04:18:09.770" v="4407" actId="20577"/>
          <ac:spMkLst>
            <pc:docMk/>
            <pc:sldMk cId="1654589755" sldId="265"/>
            <ac:spMk id="3" creationId="{49F89E2A-0DFF-E43F-AF74-1D36D2513128}"/>
          </ac:spMkLst>
        </pc:spChg>
      </pc:sldChg>
      <pc:sldChg chg="modSp new">
        <pc:chgData name="Alasdair Stewart" userId="S::alasdair.stewart@glasgow.ac.uk::5374995c-09eb-464a-a6e8-88d978fbb26a" providerId="AD" clId="Web-{A7224D03-2BB8-41FA-E27C-2CDDCC236A3D}" dt="2024-06-06T03:52:36.233" v="3052" actId="20577"/>
        <pc:sldMkLst>
          <pc:docMk/>
          <pc:sldMk cId="358779861" sldId="266"/>
        </pc:sldMkLst>
        <pc:spChg chg="mod">
          <ac:chgData name="Alasdair Stewart" userId="S::alasdair.stewart@glasgow.ac.uk::5374995c-09eb-464a-a6e8-88d978fbb26a" providerId="AD" clId="Web-{A7224D03-2BB8-41FA-E27C-2CDDCC236A3D}" dt="2024-06-06T03:20:11.108" v="1465" actId="20577"/>
          <ac:spMkLst>
            <pc:docMk/>
            <pc:sldMk cId="358779861" sldId="266"/>
            <ac:spMk id="2" creationId="{BCA5F2F8-CFCF-D92D-2DEE-BCBB44298D5D}"/>
          </ac:spMkLst>
        </pc:spChg>
        <pc:spChg chg="mod">
          <ac:chgData name="Alasdair Stewart" userId="S::alasdair.stewart@glasgow.ac.uk::5374995c-09eb-464a-a6e8-88d978fbb26a" providerId="AD" clId="Web-{A7224D03-2BB8-41FA-E27C-2CDDCC236A3D}" dt="2024-06-06T03:52:36.233" v="3052" actId="20577"/>
          <ac:spMkLst>
            <pc:docMk/>
            <pc:sldMk cId="358779861" sldId="266"/>
            <ac:spMk id="3" creationId="{D7C308A0-B5E6-9825-C1AB-191F22BE80B2}"/>
          </ac:spMkLst>
        </pc:spChg>
      </pc:sldChg>
      <pc:sldChg chg="modSp new">
        <pc:chgData name="Alasdair Stewart" userId="S::alasdair.stewart@glasgow.ac.uk::5374995c-09eb-464a-a6e8-88d978fbb26a" providerId="AD" clId="Web-{A7224D03-2BB8-41FA-E27C-2CDDCC236A3D}" dt="2024-06-06T03:55:12.915" v="3222" actId="20577"/>
        <pc:sldMkLst>
          <pc:docMk/>
          <pc:sldMk cId="2536247103" sldId="267"/>
        </pc:sldMkLst>
        <pc:spChg chg="mod">
          <ac:chgData name="Alasdair Stewart" userId="S::alasdair.stewart@glasgow.ac.uk::5374995c-09eb-464a-a6e8-88d978fbb26a" providerId="AD" clId="Web-{A7224D03-2BB8-41FA-E27C-2CDDCC236A3D}" dt="2024-06-06T03:21:03.220" v="1484" actId="20577"/>
          <ac:spMkLst>
            <pc:docMk/>
            <pc:sldMk cId="2536247103" sldId="267"/>
            <ac:spMk id="2" creationId="{DBE41DEC-DDD8-8563-5C98-2566B6572264}"/>
          </ac:spMkLst>
        </pc:spChg>
        <pc:spChg chg="mod">
          <ac:chgData name="Alasdair Stewart" userId="S::alasdair.stewart@glasgow.ac.uk::5374995c-09eb-464a-a6e8-88d978fbb26a" providerId="AD" clId="Web-{A7224D03-2BB8-41FA-E27C-2CDDCC236A3D}" dt="2024-06-06T03:55:12.915" v="3222" actId="20577"/>
          <ac:spMkLst>
            <pc:docMk/>
            <pc:sldMk cId="2536247103" sldId="267"/>
            <ac:spMk id="3" creationId="{680B9A95-BBA6-E761-F136-F61CE139E040}"/>
          </ac:spMkLst>
        </pc:spChg>
      </pc:sldChg>
      <pc:sldChg chg="modSp add replId">
        <pc:chgData name="Alasdair Stewart" userId="S::alasdair.stewart@glasgow.ac.uk::5374995c-09eb-464a-a6e8-88d978fbb26a" providerId="AD" clId="Web-{A7224D03-2BB8-41FA-E27C-2CDDCC236A3D}" dt="2024-06-06T04:22:24.442" v="4821" actId="20577"/>
        <pc:sldMkLst>
          <pc:docMk/>
          <pc:sldMk cId="528094984" sldId="268"/>
        </pc:sldMkLst>
        <pc:spChg chg="mod">
          <ac:chgData name="Alasdair Stewart" userId="S::alasdair.stewart@glasgow.ac.uk::5374995c-09eb-464a-a6e8-88d978fbb26a" providerId="AD" clId="Web-{A7224D03-2BB8-41FA-E27C-2CDDCC236A3D}" dt="2024-06-06T04:22:24.442" v="4821" actId="20577"/>
          <ac:spMkLst>
            <pc:docMk/>
            <pc:sldMk cId="528094984" sldId="268"/>
            <ac:spMk id="3" creationId="{D7C308A0-B5E6-9825-C1AB-191F22BE80B2}"/>
          </ac:spMkLst>
        </pc:spChg>
      </pc:sldChg>
      <pc:sldChg chg="modSp add replId">
        <pc:chgData name="Alasdair Stewart" userId="S::alasdair.stewart@glasgow.ac.uk::5374995c-09eb-464a-a6e8-88d978fbb26a" providerId="AD" clId="Web-{A7224D03-2BB8-41FA-E27C-2CDDCC236A3D}" dt="2024-06-06T04:25:24.630" v="5139" actId="20577"/>
        <pc:sldMkLst>
          <pc:docMk/>
          <pc:sldMk cId="1577067995" sldId="269"/>
        </pc:sldMkLst>
        <pc:spChg chg="mod">
          <ac:chgData name="Alasdair Stewart" userId="S::alasdair.stewart@glasgow.ac.uk::5374995c-09eb-464a-a6e8-88d978fbb26a" providerId="AD" clId="Web-{A7224D03-2BB8-41FA-E27C-2CDDCC236A3D}" dt="2024-06-06T04:25:24.630" v="5139" actId="20577"/>
          <ac:spMkLst>
            <pc:docMk/>
            <pc:sldMk cId="1577067995" sldId="269"/>
            <ac:spMk id="3" creationId="{680B9A95-BBA6-E761-F136-F61CE139E040}"/>
          </ac:spMkLst>
        </pc:spChg>
      </pc:sldChg>
      <pc:sldChg chg="modSp new">
        <pc:chgData name="Alasdair Stewart" userId="S::alasdair.stewart@glasgow.ac.uk::5374995c-09eb-464a-a6e8-88d978fbb26a" providerId="AD" clId="Web-{A7224D03-2BB8-41FA-E27C-2CDDCC236A3D}" dt="2024-06-06T03:56:55.593" v="3338" actId="20577"/>
        <pc:sldMkLst>
          <pc:docMk/>
          <pc:sldMk cId="1552805196" sldId="270"/>
        </pc:sldMkLst>
        <pc:spChg chg="mod">
          <ac:chgData name="Alasdair Stewart" userId="S::alasdair.stewart@glasgow.ac.uk::5374995c-09eb-464a-a6e8-88d978fbb26a" providerId="AD" clId="Web-{A7224D03-2BB8-41FA-E27C-2CDDCC236A3D}" dt="2024-06-06T03:35:07.606" v="2061" actId="20577"/>
          <ac:spMkLst>
            <pc:docMk/>
            <pc:sldMk cId="1552805196" sldId="270"/>
            <ac:spMk id="2" creationId="{DF1DE591-6938-5929-DAB8-88DDA382A450}"/>
          </ac:spMkLst>
        </pc:spChg>
        <pc:spChg chg="mod">
          <ac:chgData name="Alasdair Stewart" userId="S::alasdair.stewart@glasgow.ac.uk::5374995c-09eb-464a-a6e8-88d978fbb26a" providerId="AD" clId="Web-{A7224D03-2BB8-41FA-E27C-2CDDCC236A3D}" dt="2024-06-06T03:56:55.593" v="3338" actId="20577"/>
          <ac:spMkLst>
            <pc:docMk/>
            <pc:sldMk cId="1552805196" sldId="270"/>
            <ac:spMk id="3" creationId="{424B4279-E8C6-C165-EE27-350857310A9B}"/>
          </ac:spMkLst>
        </pc:spChg>
      </pc:sldChg>
      <pc:sldChg chg="modSp add del">
        <pc:chgData name="Alasdair Stewart" userId="S::alasdair.stewart@glasgow.ac.uk::5374995c-09eb-464a-a6e8-88d978fbb26a" providerId="AD" clId="Web-{A7224D03-2BB8-41FA-E27C-2CDDCC236A3D}" dt="2024-06-06T03:18:49.035" v="1439"/>
        <pc:sldMkLst>
          <pc:docMk/>
          <pc:sldMk cId="1623113328" sldId="276"/>
        </pc:sldMkLst>
        <pc:spChg chg="mod">
          <ac:chgData name="Alasdair Stewart" userId="S::alasdair.stewart@glasgow.ac.uk::5374995c-09eb-464a-a6e8-88d978fbb26a" providerId="AD" clId="Web-{A7224D03-2BB8-41FA-E27C-2CDDCC236A3D}" dt="2024-06-06T02:49:46.637" v="582" actId="14100"/>
          <ac:spMkLst>
            <pc:docMk/>
            <pc:sldMk cId="1623113328" sldId="276"/>
            <ac:spMk id="3" creationId="{B81BF152-4423-2C20-9E7E-D836C148F93F}"/>
          </ac:spMkLst>
        </pc:spChg>
      </pc:sldChg>
      <pc:sldMasterChg chg="del delSldLayout">
        <pc:chgData name="Alasdair Stewart" userId="S::alasdair.stewart@glasgow.ac.uk::5374995c-09eb-464a-a6e8-88d978fbb26a" providerId="AD" clId="Web-{A7224D03-2BB8-41FA-E27C-2CDDCC236A3D}" dt="2024-06-06T02:16:20.976" v="16"/>
        <pc:sldMasterMkLst>
          <pc:docMk/>
          <pc:sldMasterMk cId="2460954070" sldId="2147483660"/>
        </pc:sldMasterMkLst>
        <pc:sldLayoutChg chg="del">
          <pc:chgData name="Alasdair Stewart" userId="S::alasdair.stewart@glasgow.ac.uk::5374995c-09eb-464a-a6e8-88d978fbb26a" providerId="AD" clId="Web-{A7224D03-2BB8-41FA-E27C-2CDDCC236A3D}" dt="2024-06-06T02:16:20.976" v="16"/>
          <pc:sldLayoutMkLst>
            <pc:docMk/>
            <pc:sldMasterMk cId="2460954070" sldId="2147483660"/>
            <pc:sldLayoutMk cId="2385387890" sldId="2147483661"/>
          </pc:sldLayoutMkLst>
        </pc:sldLayoutChg>
        <pc:sldLayoutChg chg="del">
          <pc:chgData name="Alasdair Stewart" userId="S::alasdair.stewart@glasgow.ac.uk::5374995c-09eb-464a-a6e8-88d978fbb26a" providerId="AD" clId="Web-{A7224D03-2BB8-41FA-E27C-2CDDCC236A3D}" dt="2024-06-06T02:16:20.976" v="16"/>
          <pc:sldLayoutMkLst>
            <pc:docMk/>
            <pc:sldMasterMk cId="2460954070" sldId="2147483660"/>
            <pc:sldLayoutMk cId="949138452" sldId="2147483662"/>
          </pc:sldLayoutMkLst>
        </pc:sldLayoutChg>
        <pc:sldLayoutChg chg="del">
          <pc:chgData name="Alasdair Stewart" userId="S::alasdair.stewart@glasgow.ac.uk::5374995c-09eb-464a-a6e8-88d978fbb26a" providerId="AD" clId="Web-{A7224D03-2BB8-41FA-E27C-2CDDCC236A3D}" dt="2024-06-06T02:16:20.976" v="16"/>
          <pc:sldLayoutMkLst>
            <pc:docMk/>
            <pc:sldMasterMk cId="2460954070" sldId="2147483660"/>
            <pc:sldLayoutMk cId="2591524520" sldId="2147483663"/>
          </pc:sldLayoutMkLst>
        </pc:sldLayoutChg>
        <pc:sldLayoutChg chg="del">
          <pc:chgData name="Alasdair Stewart" userId="S::alasdair.stewart@glasgow.ac.uk::5374995c-09eb-464a-a6e8-88d978fbb26a" providerId="AD" clId="Web-{A7224D03-2BB8-41FA-E27C-2CDDCC236A3D}" dt="2024-06-06T02:16:20.976" v="16"/>
          <pc:sldLayoutMkLst>
            <pc:docMk/>
            <pc:sldMasterMk cId="2460954070" sldId="2147483660"/>
            <pc:sldLayoutMk cId="1203092039" sldId="2147483664"/>
          </pc:sldLayoutMkLst>
        </pc:sldLayoutChg>
        <pc:sldLayoutChg chg="del">
          <pc:chgData name="Alasdair Stewart" userId="S::alasdair.stewart@glasgow.ac.uk::5374995c-09eb-464a-a6e8-88d978fbb26a" providerId="AD" clId="Web-{A7224D03-2BB8-41FA-E27C-2CDDCC236A3D}" dt="2024-06-06T02:16:20.976" v="16"/>
          <pc:sldLayoutMkLst>
            <pc:docMk/>
            <pc:sldMasterMk cId="2460954070" sldId="2147483660"/>
            <pc:sldLayoutMk cId="3733172339" sldId="2147483665"/>
          </pc:sldLayoutMkLst>
        </pc:sldLayoutChg>
        <pc:sldLayoutChg chg="del">
          <pc:chgData name="Alasdair Stewart" userId="S::alasdair.stewart@glasgow.ac.uk::5374995c-09eb-464a-a6e8-88d978fbb26a" providerId="AD" clId="Web-{A7224D03-2BB8-41FA-E27C-2CDDCC236A3D}" dt="2024-06-06T02:16:20.976" v="16"/>
          <pc:sldLayoutMkLst>
            <pc:docMk/>
            <pc:sldMasterMk cId="2460954070" sldId="2147483660"/>
            <pc:sldLayoutMk cId="3210312558" sldId="2147483666"/>
          </pc:sldLayoutMkLst>
        </pc:sldLayoutChg>
        <pc:sldLayoutChg chg="del">
          <pc:chgData name="Alasdair Stewart" userId="S::alasdair.stewart@glasgow.ac.uk::5374995c-09eb-464a-a6e8-88d978fbb26a" providerId="AD" clId="Web-{A7224D03-2BB8-41FA-E27C-2CDDCC236A3D}" dt="2024-06-06T02:16:20.976" v="16"/>
          <pc:sldLayoutMkLst>
            <pc:docMk/>
            <pc:sldMasterMk cId="2460954070" sldId="2147483660"/>
            <pc:sldLayoutMk cId="3146388984" sldId="2147483667"/>
          </pc:sldLayoutMkLst>
        </pc:sldLayoutChg>
        <pc:sldLayoutChg chg="del">
          <pc:chgData name="Alasdair Stewart" userId="S::alasdair.stewart@glasgow.ac.uk::5374995c-09eb-464a-a6e8-88d978fbb26a" providerId="AD" clId="Web-{A7224D03-2BB8-41FA-E27C-2CDDCC236A3D}" dt="2024-06-06T02:16:20.976" v="16"/>
          <pc:sldLayoutMkLst>
            <pc:docMk/>
            <pc:sldMasterMk cId="2460954070" sldId="2147483660"/>
            <pc:sldLayoutMk cId="3171841454" sldId="2147483668"/>
          </pc:sldLayoutMkLst>
        </pc:sldLayoutChg>
        <pc:sldLayoutChg chg="del">
          <pc:chgData name="Alasdair Stewart" userId="S::alasdair.stewart@glasgow.ac.uk::5374995c-09eb-464a-a6e8-88d978fbb26a" providerId="AD" clId="Web-{A7224D03-2BB8-41FA-E27C-2CDDCC236A3D}" dt="2024-06-06T02:16:20.976" v="16"/>
          <pc:sldLayoutMkLst>
            <pc:docMk/>
            <pc:sldMasterMk cId="2460954070" sldId="2147483660"/>
            <pc:sldLayoutMk cId="1718958274" sldId="2147483669"/>
          </pc:sldLayoutMkLst>
        </pc:sldLayoutChg>
        <pc:sldLayoutChg chg="del">
          <pc:chgData name="Alasdair Stewart" userId="S::alasdair.stewart@glasgow.ac.uk::5374995c-09eb-464a-a6e8-88d978fbb26a" providerId="AD" clId="Web-{A7224D03-2BB8-41FA-E27C-2CDDCC236A3D}" dt="2024-06-06T02:16:20.976" v="16"/>
          <pc:sldLayoutMkLst>
            <pc:docMk/>
            <pc:sldMasterMk cId="2460954070" sldId="2147483660"/>
            <pc:sldLayoutMk cId="2202905451" sldId="2147483670"/>
          </pc:sldLayoutMkLst>
        </pc:sldLayoutChg>
        <pc:sldLayoutChg chg="del">
          <pc:chgData name="Alasdair Stewart" userId="S::alasdair.stewart@glasgow.ac.uk::5374995c-09eb-464a-a6e8-88d978fbb26a" providerId="AD" clId="Web-{A7224D03-2BB8-41FA-E27C-2CDDCC236A3D}" dt="2024-06-06T02:16:20.976" v="16"/>
          <pc:sldLayoutMkLst>
            <pc:docMk/>
            <pc:sldMasterMk cId="2460954070" sldId="2147483660"/>
            <pc:sldLayoutMk cId="3479445657" sldId="2147483671"/>
          </pc:sldLayoutMkLst>
        </pc:sldLayoutChg>
      </pc:sldMasterChg>
      <pc:sldMasterChg chg="add del addSldLayout delSldLayout">
        <pc:chgData name="Alasdair Stewart" userId="S::alasdair.stewart@glasgow.ac.uk::5374995c-09eb-464a-a6e8-88d978fbb26a" providerId="AD" clId="Web-{A7224D03-2BB8-41FA-E27C-2CDDCC236A3D}" dt="2024-06-06T02:16:42.603" v="18"/>
        <pc:sldMasterMkLst>
          <pc:docMk/>
          <pc:sldMasterMk cId="2188339134" sldId="2147483698"/>
        </pc:sldMasterMkLst>
        <pc:sldLayoutChg chg="add del">
          <pc:chgData name="Alasdair Stewart" userId="S::alasdair.stewart@glasgow.ac.uk::5374995c-09eb-464a-a6e8-88d978fbb26a" providerId="AD" clId="Web-{A7224D03-2BB8-41FA-E27C-2CDDCC236A3D}" dt="2024-06-06T02:16:42.603" v="18"/>
          <pc:sldLayoutMkLst>
            <pc:docMk/>
            <pc:sldMasterMk cId="2188339134" sldId="2147483698"/>
            <pc:sldLayoutMk cId="311240454" sldId="2147483687"/>
          </pc:sldLayoutMkLst>
        </pc:sldLayoutChg>
        <pc:sldLayoutChg chg="add del">
          <pc:chgData name="Alasdair Stewart" userId="S::alasdair.stewart@glasgow.ac.uk::5374995c-09eb-464a-a6e8-88d978fbb26a" providerId="AD" clId="Web-{A7224D03-2BB8-41FA-E27C-2CDDCC236A3D}" dt="2024-06-06T02:16:42.603" v="18"/>
          <pc:sldLayoutMkLst>
            <pc:docMk/>
            <pc:sldMasterMk cId="2188339134" sldId="2147483698"/>
            <pc:sldLayoutMk cId="4052272339" sldId="2147483688"/>
          </pc:sldLayoutMkLst>
        </pc:sldLayoutChg>
        <pc:sldLayoutChg chg="add del">
          <pc:chgData name="Alasdair Stewart" userId="S::alasdair.stewart@glasgow.ac.uk::5374995c-09eb-464a-a6e8-88d978fbb26a" providerId="AD" clId="Web-{A7224D03-2BB8-41FA-E27C-2CDDCC236A3D}" dt="2024-06-06T02:16:42.603" v="18"/>
          <pc:sldLayoutMkLst>
            <pc:docMk/>
            <pc:sldMasterMk cId="2188339134" sldId="2147483698"/>
            <pc:sldLayoutMk cId="2552690691" sldId="2147483689"/>
          </pc:sldLayoutMkLst>
        </pc:sldLayoutChg>
        <pc:sldLayoutChg chg="add del">
          <pc:chgData name="Alasdair Stewart" userId="S::alasdair.stewart@glasgow.ac.uk::5374995c-09eb-464a-a6e8-88d978fbb26a" providerId="AD" clId="Web-{A7224D03-2BB8-41FA-E27C-2CDDCC236A3D}" dt="2024-06-06T02:16:42.603" v="18"/>
          <pc:sldLayoutMkLst>
            <pc:docMk/>
            <pc:sldMasterMk cId="2188339134" sldId="2147483698"/>
            <pc:sldLayoutMk cId="988064301" sldId="2147483690"/>
          </pc:sldLayoutMkLst>
        </pc:sldLayoutChg>
        <pc:sldLayoutChg chg="add del">
          <pc:chgData name="Alasdair Stewart" userId="S::alasdair.stewart@glasgow.ac.uk::5374995c-09eb-464a-a6e8-88d978fbb26a" providerId="AD" clId="Web-{A7224D03-2BB8-41FA-E27C-2CDDCC236A3D}" dt="2024-06-06T02:16:42.603" v="18"/>
          <pc:sldLayoutMkLst>
            <pc:docMk/>
            <pc:sldMasterMk cId="2188339134" sldId="2147483698"/>
            <pc:sldLayoutMk cId="3219173828" sldId="2147483691"/>
          </pc:sldLayoutMkLst>
        </pc:sldLayoutChg>
        <pc:sldLayoutChg chg="add del">
          <pc:chgData name="Alasdair Stewart" userId="S::alasdair.stewart@glasgow.ac.uk::5374995c-09eb-464a-a6e8-88d978fbb26a" providerId="AD" clId="Web-{A7224D03-2BB8-41FA-E27C-2CDDCC236A3D}" dt="2024-06-06T02:16:42.603" v="18"/>
          <pc:sldLayoutMkLst>
            <pc:docMk/>
            <pc:sldMasterMk cId="2188339134" sldId="2147483698"/>
            <pc:sldLayoutMk cId="3929488244" sldId="2147483692"/>
          </pc:sldLayoutMkLst>
        </pc:sldLayoutChg>
        <pc:sldLayoutChg chg="add del">
          <pc:chgData name="Alasdair Stewart" userId="S::alasdair.stewart@glasgow.ac.uk::5374995c-09eb-464a-a6e8-88d978fbb26a" providerId="AD" clId="Web-{A7224D03-2BB8-41FA-E27C-2CDDCC236A3D}" dt="2024-06-06T02:16:42.603" v="18"/>
          <pc:sldLayoutMkLst>
            <pc:docMk/>
            <pc:sldMasterMk cId="2188339134" sldId="2147483698"/>
            <pc:sldLayoutMk cId="3192501752" sldId="2147483693"/>
          </pc:sldLayoutMkLst>
        </pc:sldLayoutChg>
        <pc:sldLayoutChg chg="add del">
          <pc:chgData name="Alasdair Stewart" userId="S::alasdair.stewart@glasgow.ac.uk::5374995c-09eb-464a-a6e8-88d978fbb26a" providerId="AD" clId="Web-{A7224D03-2BB8-41FA-E27C-2CDDCC236A3D}" dt="2024-06-06T02:16:42.603" v="18"/>
          <pc:sldLayoutMkLst>
            <pc:docMk/>
            <pc:sldMasterMk cId="2188339134" sldId="2147483698"/>
            <pc:sldLayoutMk cId="849488106" sldId="2147483694"/>
          </pc:sldLayoutMkLst>
        </pc:sldLayoutChg>
        <pc:sldLayoutChg chg="add del">
          <pc:chgData name="Alasdair Stewart" userId="S::alasdair.stewart@glasgow.ac.uk::5374995c-09eb-464a-a6e8-88d978fbb26a" providerId="AD" clId="Web-{A7224D03-2BB8-41FA-E27C-2CDDCC236A3D}" dt="2024-06-06T02:16:42.603" v="18"/>
          <pc:sldLayoutMkLst>
            <pc:docMk/>
            <pc:sldMasterMk cId="2188339134" sldId="2147483698"/>
            <pc:sldLayoutMk cId="3351257803" sldId="2147483695"/>
          </pc:sldLayoutMkLst>
        </pc:sldLayoutChg>
        <pc:sldLayoutChg chg="add del">
          <pc:chgData name="Alasdair Stewart" userId="S::alasdair.stewart@glasgow.ac.uk::5374995c-09eb-464a-a6e8-88d978fbb26a" providerId="AD" clId="Web-{A7224D03-2BB8-41FA-E27C-2CDDCC236A3D}" dt="2024-06-06T02:16:42.603" v="18"/>
          <pc:sldLayoutMkLst>
            <pc:docMk/>
            <pc:sldMasterMk cId="2188339134" sldId="2147483698"/>
            <pc:sldLayoutMk cId="1294024614" sldId="2147483696"/>
          </pc:sldLayoutMkLst>
        </pc:sldLayoutChg>
        <pc:sldLayoutChg chg="add del">
          <pc:chgData name="Alasdair Stewart" userId="S::alasdair.stewart@glasgow.ac.uk::5374995c-09eb-464a-a6e8-88d978fbb26a" providerId="AD" clId="Web-{A7224D03-2BB8-41FA-E27C-2CDDCC236A3D}" dt="2024-06-06T02:16:42.603" v="18"/>
          <pc:sldLayoutMkLst>
            <pc:docMk/>
            <pc:sldMasterMk cId="2188339134" sldId="2147483698"/>
            <pc:sldLayoutMk cId="1035005644" sldId="2147483697"/>
          </pc:sldLayoutMkLst>
        </pc:sldLayoutChg>
      </pc:sldMasterChg>
      <pc:sldMasterChg chg="add del addSldLayout delSldLayout modSldLayout">
        <pc:chgData name="Alasdair Stewart" userId="S::alasdair.stewart@glasgow.ac.uk::5374995c-09eb-464a-a6e8-88d978fbb26a" providerId="AD" clId="Web-{A7224D03-2BB8-41FA-E27C-2CDDCC236A3D}" dt="2024-06-06T02:16:55.947" v="19"/>
        <pc:sldMasterMkLst>
          <pc:docMk/>
          <pc:sldMasterMk cId="1703077399" sldId="2147483699"/>
        </pc:sldMasterMkLst>
        <pc:sldLayoutChg chg="add del mod replId">
          <pc:chgData name="Alasdair Stewart" userId="S::alasdair.stewart@glasgow.ac.uk::5374995c-09eb-464a-a6e8-88d978fbb26a" providerId="AD" clId="Web-{A7224D03-2BB8-41FA-E27C-2CDDCC236A3D}" dt="2024-06-06T02:16:55.947" v="19"/>
          <pc:sldLayoutMkLst>
            <pc:docMk/>
            <pc:sldMasterMk cId="1703077399" sldId="2147483699"/>
            <pc:sldLayoutMk cId="3725228313" sldId="2147483700"/>
          </pc:sldLayoutMkLst>
        </pc:sldLayoutChg>
        <pc:sldLayoutChg chg="add del mod replId">
          <pc:chgData name="Alasdair Stewart" userId="S::alasdair.stewart@glasgow.ac.uk::5374995c-09eb-464a-a6e8-88d978fbb26a" providerId="AD" clId="Web-{A7224D03-2BB8-41FA-E27C-2CDDCC236A3D}" dt="2024-06-06T02:16:55.947" v="19"/>
          <pc:sldLayoutMkLst>
            <pc:docMk/>
            <pc:sldMasterMk cId="1703077399" sldId="2147483699"/>
            <pc:sldLayoutMk cId="3958422761" sldId="2147483701"/>
          </pc:sldLayoutMkLst>
        </pc:sldLayoutChg>
        <pc:sldLayoutChg chg="add del mod replId">
          <pc:chgData name="Alasdair Stewart" userId="S::alasdair.stewart@glasgow.ac.uk::5374995c-09eb-464a-a6e8-88d978fbb26a" providerId="AD" clId="Web-{A7224D03-2BB8-41FA-E27C-2CDDCC236A3D}" dt="2024-06-06T02:16:55.947" v="19"/>
          <pc:sldLayoutMkLst>
            <pc:docMk/>
            <pc:sldMasterMk cId="1703077399" sldId="2147483699"/>
            <pc:sldLayoutMk cId="1643688405" sldId="2147483702"/>
          </pc:sldLayoutMkLst>
        </pc:sldLayoutChg>
        <pc:sldLayoutChg chg="add del mod replId">
          <pc:chgData name="Alasdair Stewart" userId="S::alasdair.stewart@glasgow.ac.uk::5374995c-09eb-464a-a6e8-88d978fbb26a" providerId="AD" clId="Web-{A7224D03-2BB8-41FA-E27C-2CDDCC236A3D}" dt="2024-06-06T02:16:55.947" v="19"/>
          <pc:sldLayoutMkLst>
            <pc:docMk/>
            <pc:sldMasterMk cId="1703077399" sldId="2147483699"/>
            <pc:sldLayoutMk cId="647094425" sldId="2147483703"/>
          </pc:sldLayoutMkLst>
        </pc:sldLayoutChg>
        <pc:sldLayoutChg chg="add del mod replId">
          <pc:chgData name="Alasdair Stewart" userId="S::alasdair.stewart@glasgow.ac.uk::5374995c-09eb-464a-a6e8-88d978fbb26a" providerId="AD" clId="Web-{A7224D03-2BB8-41FA-E27C-2CDDCC236A3D}" dt="2024-06-06T02:16:55.947" v="19"/>
          <pc:sldLayoutMkLst>
            <pc:docMk/>
            <pc:sldMasterMk cId="1703077399" sldId="2147483699"/>
            <pc:sldLayoutMk cId="1157368058" sldId="2147483704"/>
          </pc:sldLayoutMkLst>
        </pc:sldLayoutChg>
        <pc:sldLayoutChg chg="add del mod replId">
          <pc:chgData name="Alasdair Stewart" userId="S::alasdair.stewart@glasgow.ac.uk::5374995c-09eb-464a-a6e8-88d978fbb26a" providerId="AD" clId="Web-{A7224D03-2BB8-41FA-E27C-2CDDCC236A3D}" dt="2024-06-06T02:16:55.947" v="19"/>
          <pc:sldLayoutMkLst>
            <pc:docMk/>
            <pc:sldMasterMk cId="1703077399" sldId="2147483699"/>
            <pc:sldLayoutMk cId="3748871647" sldId="2147483705"/>
          </pc:sldLayoutMkLst>
        </pc:sldLayoutChg>
        <pc:sldLayoutChg chg="add del mod replId">
          <pc:chgData name="Alasdair Stewart" userId="S::alasdair.stewart@glasgow.ac.uk::5374995c-09eb-464a-a6e8-88d978fbb26a" providerId="AD" clId="Web-{A7224D03-2BB8-41FA-E27C-2CDDCC236A3D}" dt="2024-06-06T02:16:55.947" v="19"/>
          <pc:sldLayoutMkLst>
            <pc:docMk/>
            <pc:sldMasterMk cId="1703077399" sldId="2147483699"/>
            <pc:sldLayoutMk cId="216258494" sldId="2147483706"/>
          </pc:sldLayoutMkLst>
        </pc:sldLayoutChg>
        <pc:sldLayoutChg chg="add del mod replId">
          <pc:chgData name="Alasdair Stewart" userId="S::alasdair.stewart@glasgow.ac.uk::5374995c-09eb-464a-a6e8-88d978fbb26a" providerId="AD" clId="Web-{A7224D03-2BB8-41FA-E27C-2CDDCC236A3D}" dt="2024-06-06T02:16:55.947" v="19"/>
          <pc:sldLayoutMkLst>
            <pc:docMk/>
            <pc:sldMasterMk cId="1703077399" sldId="2147483699"/>
            <pc:sldLayoutMk cId="486440783" sldId="2147483707"/>
          </pc:sldLayoutMkLst>
        </pc:sldLayoutChg>
        <pc:sldLayoutChg chg="add del mod replId">
          <pc:chgData name="Alasdair Stewart" userId="S::alasdair.stewart@glasgow.ac.uk::5374995c-09eb-464a-a6e8-88d978fbb26a" providerId="AD" clId="Web-{A7224D03-2BB8-41FA-E27C-2CDDCC236A3D}" dt="2024-06-06T02:16:55.947" v="19"/>
          <pc:sldLayoutMkLst>
            <pc:docMk/>
            <pc:sldMasterMk cId="1703077399" sldId="2147483699"/>
            <pc:sldLayoutMk cId="3350692095" sldId="2147483708"/>
          </pc:sldLayoutMkLst>
        </pc:sldLayoutChg>
        <pc:sldLayoutChg chg="add del mod replId">
          <pc:chgData name="Alasdair Stewart" userId="S::alasdair.stewart@glasgow.ac.uk::5374995c-09eb-464a-a6e8-88d978fbb26a" providerId="AD" clId="Web-{A7224D03-2BB8-41FA-E27C-2CDDCC236A3D}" dt="2024-06-06T02:16:55.947" v="19"/>
          <pc:sldLayoutMkLst>
            <pc:docMk/>
            <pc:sldMasterMk cId="1703077399" sldId="2147483699"/>
            <pc:sldLayoutMk cId="3700202054" sldId="2147483709"/>
          </pc:sldLayoutMkLst>
        </pc:sldLayoutChg>
        <pc:sldLayoutChg chg="add del mod replId">
          <pc:chgData name="Alasdair Stewart" userId="S::alasdair.stewart@glasgow.ac.uk::5374995c-09eb-464a-a6e8-88d978fbb26a" providerId="AD" clId="Web-{A7224D03-2BB8-41FA-E27C-2CDDCC236A3D}" dt="2024-06-06T02:16:55.947" v="19"/>
          <pc:sldLayoutMkLst>
            <pc:docMk/>
            <pc:sldMasterMk cId="1703077399" sldId="2147483699"/>
            <pc:sldLayoutMk cId="2763048166" sldId="2147483710"/>
          </pc:sldLayoutMkLst>
        </pc:sldLayoutChg>
      </pc:sldMasterChg>
      <pc:sldMasterChg chg="add del addSldLayout delSldLayout modSldLayout">
        <pc:chgData name="Alasdair Stewart" userId="S::alasdair.stewart@glasgow.ac.uk::5374995c-09eb-464a-a6e8-88d978fbb26a" providerId="AD" clId="Web-{A7224D03-2BB8-41FA-E27C-2CDDCC236A3D}" dt="2024-06-06T02:18:43.598" v="82"/>
        <pc:sldMasterMkLst>
          <pc:docMk/>
          <pc:sldMasterMk cId="2611955717" sldId="2147483711"/>
        </pc:sldMasterMkLst>
        <pc:sldLayoutChg chg="add del mod replId">
          <pc:chgData name="Alasdair Stewart" userId="S::alasdair.stewart@glasgow.ac.uk::5374995c-09eb-464a-a6e8-88d978fbb26a" providerId="AD" clId="Web-{A7224D03-2BB8-41FA-E27C-2CDDCC236A3D}" dt="2024-06-06T02:18:43.598" v="82"/>
          <pc:sldLayoutMkLst>
            <pc:docMk/>
            <pc:sldMasterMk cId="2611955717" sldId="2147483711"/>
            <pc:sldLayoutMk cId="2522206413" sldId="2147483712"/>
          </pc:sldLayoutMkLst>
        </pc:sldLayoutChg>
        <pc:sldLayoutChg chg="add del mod replId">
          <pc:chgData name="Alasdair Stewart" userId="S::alasdair.stewart@glasgow.ac.uk::5374995c-09eb-464a-a6e8-88d978fbb26a" providerId="AD" clId="Web-{A7224D03-2BB8-41FA-E27C-2CDDCC236A3D}" dt="2024-06-06T02:18:43.598" v="82"/>
          <pc:sldLayoutMkLst>
            <pc:docMk/>
            <pc:sldMasterMk cId="2611955717" sldId="2147483711"/>
            <pc:sldLayoutMk cId="1591899122" sldId="2147483713"/>
          </pc:sldLayoutMkLst>
        </pc:sldLayoutChg>
        <pc:sldLayoutChg chg="add del mod replId">
          <pc:chgData name="Alasdair Stewart" userId="S::alasdair.stewart@glasgow.ac.uk::5374995c-09eb-464a-a6e8-88d978fbb26a" providerId="AD" clId="Web-{A7224D03-2BB8-41FA-E27C-2CDDCC236A3D}" dt="2024-06-06T02:18:43.598" v="82"/>
          <pc:sldLayoutMkLst>
            <pc:docMk/>
            <pc:sldMasterMk cId="2611955717" sldId="2147483711"/>
            <pc:sldLayoutMk cId="2206835931" sldId="2147483714"/>
          </pc:sldLayoutMkLst>
        </pc:sldLayoutChg>
        <pc:sldLayoutChg chg="add del mod replId">
          <pc:chgData name="Alasdair Stewart" userId="S::alasdair.stewart@glasgow.ac.uk::5374995c-09eb-464a-a6e8-88d978fbb26a" providerId="AD" clId="Web-{A7224D03-2BB8-41FA-E27C-2CDDCC236A3D}" dt="2024-06-06T02:18:43.598" v="82"/>
          <pc:sldLayoutMkLst>
            <pc:docMk/>
            <pc:sldMasterMk cId="2611955717" sldId="2147483711"/>
            <pc:sldLayoutMk cId="3547487466" sldId="2147483715"/>
          </pc:sldLayoutMkLst>
        </pc:sldLayoutChg>
        <pc:sldLayoutChg chg="add del mod replId">
          <pc:chgData name="Alasdair Stewart" userId="S::alasdair.stewart@glasgow.ac.uk::5374995c-09eb-464a-a6e8-88d978fbb26a" providerId="AD" clId="Web-{A7224D03-2BB8-41FA-E27C-2CDDCC236A3D}" dt="2024-06-06T02:18:43.598" v="82"/>
          <pc:sldLayoutMkLst>
            <pc:docMk/>
            <pc:sldMasterMk cId="2611955717" sldId="2147483711"/>
            <pc:sldLayoutMk cId="401942992" sldId="2147483716"/>
          </pc:sldLayoutMkLst>
        </pc:sldLayoutChg>
        <pc:sldLayoutChg chg="add del mod replId">
          <pc:chgData name="Alasdair Stewart" userId="S::alasdair.stewart@glasgow.ac.uk::5374995c-09eb-464a-a6e8-88d978fbb26a" providerId="AD" clId="Web-{A7224D03-2BB8-41FA-E27C-2CDDCC236A3D}" dt="2024-06-06T02:18:43.598" v="82"/>
          <pc:sldLayoutMkLst>
            <pc:docMk/>
            <pc:sldMasterMk cId="2611955717" sldId="2147483711"/>
            <pc:sldLayoutMk cId="522122746" sldId="2147483717"/>
          </pc:sldLayoutMkLst>
        </pc:sldLayoutChg>
        <pc:sldLayoutChg chg="add del mod replId">
          <pc:chgData name="Alasdair Stewart" userId="S::alasdair.stewart@glasgow.ac.uk::5374995c-09eb-464a-a6e8-88d978fbb26a" providerId="AD" clId="Web-{A7224D03-2BB8-41FA-E27C-2CDDCC236A3D}" dt="2024-06-06T02:18:43.598" v="82"/>
          <pc:sldLayoutMkLst>
            <pc:docMk/>
            <pc:sldMasterMk cId="2611955717" sldId="2147483711"/>
            <pc:sldLayoutMk cId="2270262975" sldId="2147483718"/>
          </pc:sldLayoutMkLst>
        </pc:sldLayoutChg>
        <pc:sldLayoutChg chg="add del mod replId">
          <pc:chgData name="Alasdair Stewart" userId="S::alasdair.stewart@glasgow.ac.uk::5374995c-09eb-464a-a6e8-88d978fbb26a" providerId="AD" clId="Web-{A7224D03-2BB8-41FA-E27C-2CDDCC236A3D}" dt="2024-06-06T02:18:43.598" v="82"/>
          <pc:sldLayoutMkLst>
            <pc:docMk/>
            <pc:sldMasterMk cId="2611955717" sldId="2147483711"/>
            <pc:sldLayoutMk cId="920506961" sldId="2147483719"/>
          </pc:sldLayoutMkLst>
        </pc:sldLayoutChg>
        <pc:sldLayoutChg chg="add del mod replId">
          <pc:chgData name="Alasdair Stewart" userId="S::alasdair.stewart@glasgow.ac.uk::5374995c-09eb-464a-a6e8-88d978fbb26a" providerId="AD" clId="Web-{A7224D03-2BB8-41FA-E27C-2CDDCC236A3D}" dt="2024-06-06T02:18:43.598" v="82"/>
          <pc:sldLayoutMkLst>
            <pc:docMk/>
            <pc:sldMasterMk cId="2611955717" sldId="2147483711"/>
            <pc:sldLayoutMk cId="2213433792" sldId="2147483720"/>
          </pc:sldLayoutMkLst>
        </pc:sldLayoutChg>
        <pc:sldLayoutChg chg="add del mod replId">
          <pc:chgData name="Alasdair Stewart" userId="S::alasdair.stewart@glasgow.ac.uk::5374995c-09eb-464a-a6e8-88d978fbb26a" providerId="AD" clId="Web-{A7224D03-2BB8-41FA-E27C-2CDDCC236A3D}" dt="2024-06-06T02:18:43.598" v="82"/>
          <pc:sldLayoutMkLst>
            <pc:docMk/>
            <pc:sldMasterMk cId="2611955717" sldId="2147483711"/>
            <pc:sldLayoutMk cId="2968080706" sldId="2147483721"/>
          </pc:sldLayoutMkLst>
        </pc:sldLayoutChg>
        <pc:sldLayoutChg chg="add del mod replId">
          <pc:chgData name="Alasdair Stewart" userId="S::alasdair.stewart@glasgow.ac.uk::5374995c-09eb-464a-a6e8-88d978fbb26a" providerId="AD" clId="Web-{A7224D03-2BB8-41FA-E27C-2CDDCC236A3D}" dt="2024-06-06T02:18:43.598" v="82"/>
          <pc:sldLayoutMkLst>
            <pc:docMk/>
            <pc:sldMasterMk cId="2611955717" sldId="2147483711"/>
            <pc:sldLayoutMk cId="2301342566" sldId="2147483722"/>
          </pc:sldLayoutMkLst>
        </pc:sldLayoutChg>
      </pc:sldMasterChg>
      <pc:sldMasterChg chg="add del addSldLayout delSldLayout modSldLayout">
        <pc:chgData name="Alasdair Stewart" userId="S::alasdair.stewart@glasgow.ac.uk::5374995c-09eb-464a-a6e8-88d978fbb26a" providerId="AD" clId="Web-{A7224D03-2BB8-41FA-E27C-2CDDCC236A3D}" dt="2024-06-06T02:18:51.489" v="83"/>
        <pc:sldMasterMkLst>
          <pc:docMk/>
          <pc:sldMasterMk cId="1202045993" sldId="2147483723"/>
        </pc:sldMasterMkLst>
        <pc:sldLayoutChg chg="add del mod replId">
          <pc:chgData name="Alasdair Stewart" userId="S::alasdair.stewart@glasgow.ac.uk::5374995c-09eb-464a-a6e8-88d978fbb26a" providerId="AD" clId="Web-{A7224D03-2BB8-41FA-E27C-2CDDCC236A3D}" dt="2024-06-06T02:18:51.489" v="83"/>
          <pc:sldLayoutMkLst>
            <pc:docMk/>
            <pc:sldMasterMk cId="1202045993" sldId="2147483723"/>
            <pc:sldLayoutMk cId="3385509165" sldId="2147483724"/>
          </pc:sldLayoutMkLst>
        </pc:sldLayoutChg>
        <pc:sldLayoutChg chg="add del mod replId">
          <pc:chgData name="Alasdair Stewart" userId="S::alasdair.stewart@glasgow.ac.uk::5374995c-09eb-464a-a6e8-88d978fbb26a" providerId="AD" clId="Web-{A7224D03-2BB8-41FA-E27C-2CDDCC236A3D}" dt="2024-06-06T02:18:51.489" v="83"/>
          <pc:sldLayoutMkLst>
            <pc:docMk/>
            <pc:sldMasterMk cId="1202045993" sldId="2147483723"/>
            <pc:sldLayoutMk cId="3487738715" sldId="2147483725"/>
          </pc:sldLayoutMkLst>
        </pc:sldLayoutChg>
        <pc:sldLayoutChg chg="add del mod replId">
          <pc:chgData name="Alasdair Stewart" userId="S::alasdair.stewart@glasgow.ac.uk::5374995c-09eb-464a-a6e8-88d978fbb26a" providerId="AD" clId="Web-{A7224D03-2BB8-41FA-E27C-2CDDCC236A3D}" dt="2024-06-06T02:18:51.489" v="83"/>
          <pc:sldLayoutMkLst>
            <pc:docMk/>
            <pc:sldMasterMk cId="1202045993" sldId="2147483723"/>
            <pc:sldLayoutMk cId="2973726664" sldId="2147483726"/>
          </pc:sldLayoutMkLst>
        </pc:sldLayoutChg>
        <pc:sldLayoutChg chg="add del mod replId">
          <pc:chgData name="Alasdair Stewart" userId="S::alasdair.stewart@glasgow.ac.uk::5374995c-09eb-464a-a6e8-88d978fbb26a" providerId="AD" clId="Web-{A7224D03-2BB8-41FA-E27C-2CDDCC236A3D}" dt="2024-06-06T02:18:51.489" v="83"/>
          <pc:sldLayoutMkLst>
            <pc:docMk/>
            <pc:sldMasterMk cId="1202045993" sldId="2147483723"/>
            <pc:sldLayoutMk cId="1435044903" sldId="2147483727"/>
          </pc:sldLayoutMkLst>
        </pc:sldLayoutChg>
        <pc:sldLayoutChg chg="add del mod replId">
          <pc:chgData name="Alasdair Stewart" userId="S::alasdair.stewart@glasgow.ac.uk::5374995c-09eb-464a-a6e8-88d978fbb26a" providerId="AD" clId="Web-{A7224D03-2BB8-41FA-E27C-2CDDCC236A3D}" dt="2024-06-06T02:18:51.489" v="83"/>
          <pc:sldLayoutMkLst>
            <pc:docMk/>
            <pc:sldMasterMk cId="1202045993" sldId="2147483723"/>
            <pc:sldLayoutMk cId="1088960415" sldId="2147483728"/>
          </pc:sldLayoutMkLst>
        </pc:sldLayoutChg>
        <pc:sldLayoutChg chg="add del mod replId">
          <pc:chgData name="Alasdair Stewart" userId="S::alasdair.stewart@glasgow.ac.uk::5374995c-09eb-464a-a6e8-88d978fbb26a" providerId="AD" clId="Web-{A7224D03-2BB8-41FA-E27C-2CDDCC236A3D}" dt="2024-06-06T02:18:51.489" v="83"/>
          <pc:sldLayoutMkLst>
            <pc:docMk/>
            <pc:sldMasterMk cId="1202045993" sldId="2147483723"/>
            <pc:sldLayoutMk cId="3056940158" sldId="2147483729"/>
          </pc:sldLayoutMkLst>
        </pc:sldLayoutChg>
        <pc:sldLayoutChg chg="add del mod replId">
          <pc:chgData name="Alasdair Stewart" userId="S::alasdair.stewart@glasgow.ac.uk::5374995c-09eb-464a-a6e8-88d978fbb26a" providerId="AD" clId="Web-{A7224D03-2BB8-41FA-E27C-2CDDCC236A3D}" dt="2024-06-06T02:18:51.489" v="83"/>
          <pc:sldLayoutMkLst>
            <pc:docMk/>
            <pc:sldMasterMk cId="1202045993" sldId="2147483723"/>
            <pc:sldLayoutMk cId="550133953" sldId="2147483730"/>
          </pc:sldLayoutMkLst>
        </pc:sldLayoutChg>
        <pc:sldLayoutChg chg="add del mod replId">
          <pc:chgData name="Alasdair Stewart" userId="S::alasdair.stewart@glasgow.ac.uk::5374995c-09eb-464a-a6e8-88d978fbb26a" providerId="AD" clId="Web-{A7224D03-2BB8-41FA-E27C-2CDDCC236A3D}" dt="2024-06-06T02:18:51.489" v="83"/>
          <pc:sldLayoutMkLst>
            <pc:docMk/>
            <pc:sldMasterMk cId="1202045993" sldId="2147483723"/>
            <pc:sldLayoutMk cId="3614045034" sldId="2147483731"/>
          </pc:sldLayoutMkLst>
        </pc:sldLayoutChg>
        <pc:sldLayoutChg chg="add del mod replId">
          <pc:chgData name="Alasdair Stewart" userId="S::alasdair.stewart@glasgow.ac.uk::5374995c-09eb-464a-a6e8-88d978fbb26a" providerId="AD" clId="Web-{A7224D03-2BB8-41FA-E27C-2CDDCC236A3D}" dt="2024-06-06T02:18:51.489" v="83"/>
          <pc:sldLayoutMkLst>
            <pc:docMk/>
            <pc:sldMasterMk cId="1202045993" sldId="2147483723"/>
            <pc:sldLayoutMk cId="2578034730" sldId="2147483732"/>
          </pc:sldLayoutMkLst>
        </pc:sldLayoutChg>
        <pc:sldLayoutChg chg="add del mod replId">
          <pc:chgData name="Alasdair Stewart" userId="S::alasdair.stewart@glasgow.ac.uk::5374995c-09eb-464a-a6e8-88d978fbb26a" providerId="AD" clId="Web-{A7224D03-2BB8-41FA-E27C-2CDDCC236A3D}" dt="2024-06-06T02:18:51.489" v="83"/>
          <pc:sldLayoutMkLst>
            <pc:docMk/>
            <pc:sldMasterMk cId="1202045993" sldId="2147483723"/>
            <pc:sldLayoutMk cId="1758992015" sldId="2147483733"/>
          </pc:sldLayoutMkLst>
        </pc:sldLayoutChg>
        <pc:sldLayoutChg chg="add del mod replId">
          <pc:chgData name="Alasdair Stewart" userId="S::alasdair.stewart@glasgow.ac.uk::5374995c-09eb-464a-a6e8-88d978fbb26a" providerId="AD" clId="Web-{A7224D03-2BB8-41FA-E27C-2CDDCC236A3D}" dt="2024-06-06T02:18:51.489" v="83"/>
          <pc:sldLayoutMkLst>
            <pc:docMk/>
            <pc:sldMasterMk cId="1202045993" sldId="2147483723"/>
            <pc:sldLayoutMk cId="2595222490" sldId="2147483734"/>
          </pc:sldLayoutMkLst>
        </pc:sldLayoutChg>
      </pc:sldMasterChg>
      <pc:sldMasterChg chg="add del mod addSldLayout delSldLayout modSldLayout">
        <pc:chgData name="Alasdair Stewart" userId="S::alasdair.stewart@glasgow.ac.uk::5374995c-09eb-464a-a6e8-88d978fbb26a" providerId="AD" clId="Web-{A7224D03-2BB8-41FA-E27C-2CDDCC236A3D}" dt="2024-06-06T02:21:51.985" v="122"/>
        <pc:sldMasterMkLst>
          <pc:docMk/>
          <pc:sldMasterMk cId="1266157682" sldId="2147483735"/>
        </pc:sldMasterMkLst>
        <pc:sldLayoutChg chg="add del mod replId">
          <pc:chgData name="Alasdair Stewart" userId="S::alasdair.stewart@glasgow.ac.uk::5374995c-09eb-464a-a6e8-88d978fbb26a" providerId="AD" clId="Web-{A7224D03-2BB8-41FA-E27C-2CDDCC236A3D}" dt="2024-06-06T02:21:51.985" v="122"/>
          <pc:sldLayoutMkLst>
            <pc:docMk/>
            <pc:sldMasterMk cId="1266157682" sldId="2147483735"/>
            <pc:sldLayoutMk cId="1274294748" sldId="2147483736"/>
          </pc:sldLayoutMkLst>
        </pc:sldLayoutChg>
        <pc:sldLayoutChg chg="add del mod replId">
          <pc:chgData name="Alasdair Stewart" userId="S::alasdair.stewart@glasgow.ac.uk::5374995c-09eb-464a-a6e8-88d978fbb26a" providerId="AD" clId="Web-{A7224D03-2BB8-41FA-E27C-2CDDCC236A3D}" dt="2024-06-06T02:21:51.985" v="122"/>
          <pc:sldLayoutMkLst>
            <pc:docMk/>
            <pc:sldMasterMk cId="1266157682" sldId="2147483735"/>
            <pc:sldLayoutMk cId="1197376743" sldId="2147483737"/>
          </pc:sldLayoutMkLst>
        </pc:sldLayoutChg>
        <pc:sldLayoutChg chg="add del mod replId">
          <pc:chgData name="Alasdair Stewart" userId="S::alasdair.stewart@glasgow.ac.uk::5374995c-09eb-464a-a6e8-88d978fbb26a" providerId="AD" clId="Web-{A7224D03-2BB8-41FA-E27C-2CDDCC236A3D}" dt="2024-06-06T02:21:51.985" v="122"/>
          <pc:sldLayoutMkLst>
            <pc:docMk/>
            <pc:sldMasterMk cId="1266157682" sldId="2147483735"/>
            <pc:sldLayoutMk cId="2807721527" sldId="2147483738"/>
          </pc:sldLayoutMkLst>
        </pc:sldLayoutChg>
        <pc:sldLayoutChg chg="add del mod replId">
          <pc:chgData name="Alasdair Stewart" userId="S::alasdair.stewart@glasgow.ac.uk::5374995c-09eb-464a-a6e8-88d978fbb26a" providerId="AD" clId="Web-{A7224D03-2BB8-41FA-E27C-2CDDCC236A3D}" dt="2024-06-06T02:21:51.985" v="122"/>
          <pc:sldLayoutMkLst>
            <pc:docMk/>
            <pc:sldMasterMk cId="1266157682" sldId="2147483735"/>
            <pc:sldLayoutMk cId="3737121636" sldId="2147483739"/>
          </pc:sldLayoutMkLst>
        </pc:sldLayoutChg>
        <pc:sldLayoutChg chg="add del mod replId">
          <pc:chgData name="Alasdair Stewart" userId="S::alasdair.stewart@glasgow.ac.uk::5374995c-09eb-464a-a6e8-88d978fbb26a" providerId="AD" clId="Web-{A7224D03-2BB8-41FA-E27C-2CDDCC236A3D}" dt="2024-06-06T02:21:51.985" v="122"/>
          <pc:sldLayoutMkLst>
            <pc:docMk/>
            <pc:sldMasterMk cId="1266157682" sldId="2147483735"/>
            <pc:sldLayoutMk cId="3549101862" sldId="2147483740"/>
          </pc:sldLayoutMkLst>
        </pc:sldLayoutChg>
        <pc:sldLayoutChg chg="add del mod replId">
          <pc:chgData name="Alasdair Stewart" userId="S::alasdair.stewart@glasgow.ac.uk::5374995c-09eb-464a-a6e8-88d978fbb26a" providerId="AD" clId="Web-{A7224D03-2BB8-41FA-E27C-2CDDCC236A3D}" dt="2024-06-06T02:21:51.985" v="122"/>
          <pc:sldLayoutMkLst>
            <pc:docMk/>
            <pc:sldMasterMk cId="1266157682" sldId="2147483735"/>
            <pc:sldLayoutMk cId="1320514523" sldId="2147483741"/>
          </pc:sldLayoutMkLst>
        </pc:sldLayoutChg>
        <pc:sldLayoutChg chg="add del mod replId">
          <pc:chgData name="Alasdair Stewart" userId="S::alasdair.stewart@glasgow.ac.uk::5374995c-09eb-464a-a6e8-88d978fbb26a" providerId="AD" clId="Web-{A7224D03-2BB8-41FA-E27C-2CDDCC236A3D}" dt="2024-06-06T02:21:51.985" v="122"/>
          <pc:sldLayoutMkLst>
            <pc:docMk/>
            <pc:sldMasterMk cId="1266157682" sldId="2147483735"/>
            <pc:sldLayoutMk cId="3964938048" sldId="2147483742"/>
          </pc:sldLayoutMkLst>
        </pc:sldLayoutChg>
        <pc:sldLayoutChg chg="add del mod replId">
          <pc:chgData name="Alasdair Stewart" userId="S::alasdair.stewart@glasgow.ac.uk::5374995c-09eb-464a-a6e8-88d978fbb26a" providerId="AD" clId="Web-{A7224D03-2BB8-41FA-E27C-2CDDCC236A3D}" dt="2024-06-06T02:21:51.985" v="122"/>
          <pc:sldLayoutMkLst>
            <pc:docMk/>
            <pc:sldMasterMk cId="1266157682" sldId="2147483735"/>
            <pc:sldLayoutMk cId="4120433759" sldId="2147483743"/>
          </pc:sldLayoutMkLst>
        </pc:sldLayoutChg>
        <pc:sldLayoutChg chg="add del mod replId">
          <pc:chgData name="Alasdair Stewart" userId="S::alasdair.stewart@glasgow.ac.uk::5374995c-09eb-464a-a6e8-88d978fbb26a" providerId="AD" clId="Web-{A7224D03-2BB8-41FA-E27C-2CDDCC236A3D}" dt="2024-06-06T02:21:51.985" v="122"/>
          <pc:sldLayoutMkLst>
            <pc:docMk/>
            <pc:sldMasterMk cId="1266157682" sldId="2147483735"/>
            <pc:sldLayoutMk cId="497975055" sldId="2147483744"/>
          </pc:sldLayoutMkLst>
        </pc:sldLayoutChg>
        <pc:sldLayoutChg chg="add del mod replId">
          <pc:chgData name="Alasdair Stewart" userId="S::alasdair.stewart@glasgow.ac.uk::5374995c-09eb-464a-a6e8-88d978fbb26a" providerId="AD" clId="Web-{A7224D03-2BB8-41FA-E27C-2CDDCC236A3D}" dt="2024-06-06T02:21:51.985" v="122"/>
          <pc:sldLayoutMkLst>
            <pc:docMk/>
            <pc:sldMasterMk cId="1266157682" sldId="2147483735"/>
            <pc:sldLayoutMk cId="3009350612" sldId="2147483745"/>
          </pc:sldLayoutMkLst>
        </pc:sldLayoutChg>
        <pc:sldLayoutChg chg="add del mod replId">
          <pc:chgData name="Alasdair Stewart" userId="S::alasdair.stewart@glasgow.ac.uk::5374995c-09eb-464a-a6e8-88d978fbb26a" providerId="AD" clId="Web-{A7224D03-2BB8-41FA-E27C-2CDDCC236A3D}" dt="2024-06-06T02:21:51.985" v="122"/>
          <pc:sldLayoutMkLst>
            <pc:docMk/>
            <pc:sldMasterMk cId="1266157682" sldId="2147483735"/>
            <pc:sldLayoutMk cId="1083608217" sldId="2147483746"/>
          </pc:sldLayoutMkLst>
        </pc:sldLayoutChg>
      </pc:sldMasterChg>
      <pc:sldMasterChg chg="add del addSldLayout delSldLayout modSldLayout">
        <pc:chgData name="Alasdair Stewart" userId="S::alasdair.stewart@glasgow.ac.uk::5374995c-09eb-464a-a6e8-88d978fbb26a" providerId="AD" clId="Web-{A7224D03-2BB8-41FA-E27C-2CDDCC236A3D}" dt="2024-06-06T02:21:13.654" v="114"/>
        <pc:sldMasterMkLst>
          <pc:docMk/>
          <pc:sldMasterMk cId="1610025103" sldId="2147483747"/>
        </pc:sldMasterMkLst>
        <pc:sldLayoutChg chg="add del mod replId">
          <pc:chgData name="Alasdair Stewart" userId="S::alasdair.stewart@glasgow.ac.uk::5374995c-09eb-464a-a6e8-88d978fbb26a" providerId="AD" clId="Web-{A7224D03-2BB8-41FA-E27C-2CDDCC236A3D}" dt="2024-06-06T02:21:13.654" v="114"/>
          <pc:sldLayoutMkLst>
            <pc:docMk/>
            <pc:sldMasterMk cId="1610025103" sldId="2147483747"/>
            <pc:sldLayoutMk cId="1312629537" sldId="2147483748"/>
          </pc:sldLayoutMkLst>
        </pc:sldLayoutChg>
        <pc:sldLayoutChg chg="add del mod replId">
          <pc:chgData name="Alasdair Stewart" userId="S::alasdair.stewart@glasgow.ac.uk::5374995c-09eb-464a-a6e8-88d978fbb26a" providerId="AD" clId="Web-{A7224D03-2BB8-41FA-E27C-2CDDCC236A3D}" dt="2024-06-06T02:21:13.654" v="114"/>
          <pc:sldLayoutMkLst>
            <pc:docMk/>
            <pc:sldMasterMk cId="1610025103" sldId="2147483747"/>
            <pc:sldLayoutMk cId="1778402528" sldId="2147483749"/>
          </pc:sldLayoutMkLst>
        </pc:sldLayoutChg>
        <pc:sldLayoutChg chg="add del mod replId">
          <pc:chgData name="Alasdair Stewart" userId="S::alasdair.stewart@glasgow.ac.uk::5374995c-09eb-464a-a6e8-88d978fbb26a" providerId="AD" clId="Web-{A7224D03-2BB8-41FA-E27C-2CDDCC236A3D}" dt="2024-06-06T02:21:13.654" v="114"/>
          <pc:sldLayoutMkLst>
            <pc:docMk/>
            <pc:sldMasterMk cId="1610025103" sldId="2147483747"/>
            <pc:sldLayoutMk cId="2289532920" sldId="2147483750"/>
          </pc:sldLayoutMkLst>
        </pc:sldLayoutChg>
        <pc:sldLayoutChg chg="add del mod replId">
          <pc:chgData name="Alasdair Stewart" userId="S::alasdair.stewart@glasgow.ac.uk::5374995c-09eb-464a-a6e8-88d978fbb26a" providerId="AD" clId="Web-{A7224D03-2BB8-41FA-E27C-2CDDCC236A3D}" dt="2024-06-06T02:21:13.654" v="114"/>
          <pc:sldLayoutMkLst>
            <pc:docMk/>
            <pc:sldMasterMk cId="1610025103" sldId="2147483747"/>
            <pc:sldLayoutMk cId="1230111841" sldId="2147483751"/>
          </pc:sldLayoutMkLst>
        </pc:sldLayoutChg>
        <pc:sldLayoutChg chg="add del mod replId">
          <pc:chgData name="Alasdair Stewart" userId="S::alasdair.stewart@glasgow.ac.uk::5374995c-09eb-464a-a6e8-88d978fbb26a" providerId="AD" clId="Web-{A7224D03-2BB8-41FA-E27C-2CDDCC236A3D}" dt="2024-06-06T02:21:13.654" v="114"/>
          <pc:sldLayoutMkLst>
            <pc:docMk/>
            <pc:sldMasterMk cId="1610025103" sldId="2147483747"/>
            <pc:sldLayoutMk cId="2377137058" sldId="2147483752"/>
          </pc:sldLayoutMkLst>
        </pc:sldLayoutChg>
        <pc:sldLayoutChg chg="add del mod replId">
          <pc:chgData name="Alasdair Stewart" userId="S::alasdair.stewart@glasgow.ac.uk::5374995c-09eb-464a-a6e8-88d978fbb26a" providerId="AD" clId="Web-{A7224D03-2BB8-41FA-E27C-2CDDCC236A3D}" dt="2024-06-06T02:21:13.654" v="114"/>
          <pc:sldLayoutMkLst>
            <pc:docMk/>
            <pc:sldMasterMk cId="1610025103" sldId="2147483747"/>
            <pc:sldLayoutMk cId="332987336" sldId="2147483753"/>
          </pc:sldLayoutMkLst>
        </pc:sldLayoutChg>
        <pc:sldLayoutChg chg="add del mod replId">
          <pc:chgData name="Alasdair Stewart" userId="S::alasdair.stewart@glasgow.ac.uk::5374995c-09eb-464a-a6e8-88d978fbb26a" providerId="AD" clId="Web-{A7224D03-2BB8-41FA-E27C-2CDDCC236A3D}" dt="2024-06-06T02:21:13.654" v="114"/>
          <pc:sldLayoutMkLst>
            <pc:docMk/>
            <pc:sldMasterMk cId="1610025103" sldId="2147483747"/>
            <pc:sldLayoutMk cId="4091991169" sldId="2147483754"/>
          </pc:sldLayoutMkLst>
        </pc:sldLayoutChg>
        <pc:sldLayoutChg chg="add del mod replId">
          <pc:chgData name="Alasdair Stewart" userId="S::alasdair.stewart@glasgow.ac.uk::5374995c-09eb-464a-a6e8-88d978fbb26a" providerId="AD" clId="Web-{A7224D03-2BB8-41FA-E27C-2CDDCC236A3D}" dt="2024-06-06T02:21:13.654" v="114"/>
          <pc:sldLayoutMkLst>
            <pc:docMk/>
            <pc:sldMasterMk cId="1610025103" sldId="2147483747"/>
            <pc:sldLayoutMk cId="1938803537" sldId="2147483755"/>
          </pc:sldLayoutMkLst>
        </pc:sldLayoutChg>
        <pc:sldLayoutChg chg="add del mod replId">
          <pc:chgData name="Alasdair Stewart" userId="S::alasdair.stewart@glasgow.ac.uk::5374995c-09eb-464a-a6e8-88d978fbb26a" providerId="AD" clId="Web-{A7224D03-2BB8-41FA-E27C-2CDDCC236A3D}" dt="2024-06-06T02:21:13.654" v="114"/>
          <pc:sldLayoutMkLst>
            <pc:docMk/>
            <pc:sldMasterMk cId="1610025103" sldId="2147483747"/>
            <pc:sldLayoutMk cId="1284484182" sldId="2147483756"/>
          </pc:sldLayoutMkLst>
        </pc:sldLayoutChg>
        <pc:sldLayoutChg chg="add del mod replId">
          <pc:chgData name="Alasdair Stewart" userId="S::alasdair.stewart@glasgow.ac.uk::5374995c-09eb-464a-a6e8-88d978fbb26a" providerId="AD" clId="Web-{A7224D03-2BB8-41FA-E27C-2CDDCC236A3D}" dt="2024-06-06T02:21:13.654" v="114"/>
          <pc:sldLayoutMkLst>
            <pc:docMk/>
            <pc:sldMasterMk cId="1610025103" sldId="2147483747"/>
            <pc:sldLayoutMk cId="3758419866" sldId="2147483757"/>
          </pc:sldLayoutMkLst>
        </pc:sldLayoutChg>
        <pc:sldLayoutChg chg="add del mod replId">
          <pc:chgData name="Alasdair Stewart" userId="S::alasdair.stewart@glasgow.ac.uk::5374995c-09eb-464a-a6e8-88d978fbb26a" providerId="AD" clId="Web-{A7224D03-2BB8-41FA-E27C-2CDDCC236A3D}" dt="2024-06-06T02:21:13.654" v="114"/>
          <pc:sldLayoutMkLst>
            <pc:docMk/>
            <pc:sldMasterMk cId="1610025103" sldId="2147483747"/>
            <pc:sldLayoutMk cId="290200357" sldId="2147483758"/>
          </pc:sldLayoutMkLst>
        </pc:sldLayoutChg>
      </pc:sldMasterChg>
    </pc:docChg>
  </pc:docChgLst>
  <pc:docChgLst>
    <pc:chgData name="Alasdair Stewart" userId="S::alasdair.stewart@glasgow.ac.uk::5374995c-09eb-464a-a6e8-88d978fbb26a" providerId="AD" clId="Web-{0B0CAE2C-1D31-A599-8D68-09BD80730303}"/>
    <pc:docChg chg="modSld">
      <pc:chgData name="Alasdair Stewart" userId="S::alasdair.stewart@glasgow.ac.uk::5374995c-09eb-464a-a6e8-88d978fbb26a" providerId="AD" clId="Web-{0B0CAE2C-1D31-A599-8D68-09BD80730303}" dt="2025-02-08T21:13:08.866" v="1" actId="20577"/>
      <pc:docMkLst>
        <pc:docMk/>
      </pc:docMkLst>
      <pc:sldChg chg="modSp">
        <pc:chgData name="Alasdair Stewart" userId="S::alasdair.stewart@glasgow.ac.uk::5374995c-09eb-464a-a6e8-88d978fbb26a" providerId="AD" clId="Web-{0B0CAE2C-1D31-A599-8D68-09BD80730303}" dt="2025-02-08T21:13:08.866" v="1" actId="20577"/>
        <pc:sldMkLst>
          <pc:docMk/>
          <pc:sldMk cId="3825418233" sldId="257"/>
        </pc:sldMkLst>
        <pc:spChg chg="mod">
          <ac:chgData name="Alasdair Stewart" userId="S::alasdair.stewart@glasgow.ac.uk::5374995c-09eb-464a-a6e8-88d978fbb26a" providerId="AD" clId="Web-{0B0CAE2C-1D31-A599-8D68-09BD80730303}" dt="2025-02-08T21:13:08.866" v="1" actId="20577"/>
          <ac:spMkLst>
            <pc:docMk/>
            <pc:sldMk cId="3825418233" sldId="257"/>
            <ac:spMk id="2" creationId="{FAF6B424-4EAB-9C08-C0A5-26F469A3D427}"/>
          </ac:spMkLst>
        </pc:spChg>
      </pc:sld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png"/></Relationships>
</file>

<file path=ppt/diagrams/_rels/drawing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AE77DD-CF39-4AD7-B464-0E22EABFC8A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D6794D2B-5058-430E-AC7D-5C9541B38485}">
      <dgm:prSet/>
      <dgm:spPr/>
      <dgm:t>
        <a:bodyPr/>
        <a:lstStyle/>
        <a:p>
          <a:r>
            <a:rPr lang="en-US"/>
            <a:t>Part 1: Refining and Developing Coding</a:t>
          </a:r>
        </a:p>
      </dgm:t>
    </dgm:pt>
    <dgm:pt modelId="{01FAD2B9-A84D-4D1F-8947-202890B22CFE}" type="parTrans" cxnId="{01CF044C-8A50-4DC2-99EA-B1E42CB49269}">
      <dgm:prSet/>
      <dgm:spPr/>
      <dgm:t>
        <a:bodyPr/>
        <a:lstStyle/>
        <a:p>
          <a:endParaRPr lang="en-US"/>
        </a:p>
      </dgm:t>
    </dgm:pt>
    <dgm:pt modelId="{FF07AA7C-9B90-4117-80CE-BEBCBF8E4628}" type="sibTrans" cxnId="{01CF044C-8A50-4DC2-99EA-B1E42CB49269}">
      <dgm:prSet/>
      <dgm:spPr/>
      <dgm:t>
        <a:bodyPr/>
        <a:lstStyle/>
        <a:p>
          <a:endParaRPr lang="en-US"/>
        </a:p>
      </dgm:t>
    </dgm:pt>
    <dgm:pt modelId="{FC786386-55DB-4AC0-A3E9-E54FC6EF5DBD}">
      <dgm:prSet/>
      <dgm:spPr/>
      <dgm:t>
        <a:bodyPr/>
        <a:lstStyle/>
        <a:p>
          <a:r>
            <a:rPr lang="en-US"/>
            <a:t>Part 2: Framework Matrices and Query Results</a:t>
          </a:r>
        </a:p>
      </dgm:t>
    </dgm:pt>
    <dgm:pt modelId="{756A3C54-72D9-46C0-ADA6-829E87383539}" type="parTrans" cxnId="{AAA8A668-9311-448D-B7C1-25B410F3134E}">
      <dgm:prSet/>
      <dgm:spPr/>
      <dgm:t>
        <a:bodyPr/>
        <a:lstStyle/>
        <a:p>
          <a:endParaRPr lang="en-US"/>
        </a:p>
      </dgm:t>
    </dgm:pt>
    <dgm:pt modelId="{37BABF91-32AF-4CC1-B5FA-FCF988FFE170}" type="sibTrans" cxnId="{AAA8A668-9311-448D-B7C1-25B410F3134E}">
      <dgm:prSet/>
      <dgm:spPr/>
      <dgm:t>
        <a:bodyPr/>
        <a:lstStyle/>
        <a:p>
          <a:endParaRPr lang="en-US"/>
        </a:p>
      </dgm:t>
    </dgm:pt>
    <dgm:pt modelId="{0102E0FE-C68A-4CA3-9E60-45E615DFB472}">
      <dgm:prSet/>
      <dgm:spPr/>
      <dgm:t>
        <a:bodyPr/>
        <a:lstStyle/>
        <a:p>
          <a:r>
            <a:rPr lang="en-US"/>
            <a:t>Part 3: </a:t>
          </a:r>
          <a:r>
            <a:rPr lang="en-US">
              <a:latin typeface="Neue Haas Grotesk Text Pro"/>
            </a:rPr>
            <a:t>Advanced</a:t>
          </a:r>
          <a:r>
            <a:rPr lang="en-US"/>
            <a:t> </a:t>
          </a:r>
          <a:r>
            <a:rPr lang="en-US">
              <a:latin typeface="Neue Haas Grotesk Text Pro"/>
            </a:rPr>
            <a:t>Search</a:t>
          </a:r>
          <a:r>
            <a:rPr lang="en-US"/>
            <a:t> and Query Options</a:t>
          </a:r>
        </a:p>
      </dgm:t>
    </dgm:pt>
    <dgm:pt modelId="{EB6CB115-66E2-46C2-A926-71FC00F28C96}" type="parTrans" cxnId="{A609BA89-A57C-4198-8F9D-B23BCC483951}">
      <dgm:prSet/>
      <dgm:spPr/>
      <dgm:t>
        <a:bodyPr/>
        <a:lstStyle/>
        <a:p>
          <a:endParaRPr lang="en-US"/>
        </a:p>
      </dgm:t>
    </dgm:pt>
    <dgm:pt modelId="{C19DBA48-A360-4F64-9E6C-DC99A3196014}" type="sibTrans" cxnId="{A609BA89-A57C-4198-8F9D-B23BCC483951}">
      <dgm:prSet/>
      <dgm:spPr/>
      <dgm:t>
        <a:bodyPr/>
        <a:lstStyle/>
        <a:p>
          <a:endParaRPr lang="en-US"/>
        </a:p>
      </dgm:t>
    </dgm:pt>
    <dgm:pt modelId="{9793C9EB-5CCA-45DE-B207-82201D8A3073}">
      <dgm:prSet/>
      <dgm:spPr/>
      <dgm:t>
        <a:bodyPr/>
        <a:lstStyle/>
        <a:p>
          <a:r>
            <a:rPr lang="en-US"/>
            <a:t>Part 4: Visualising Analysis</a:t>
          </a:r>
        </a:p>
      </dgm:t>
    </dgm:pt>
    <dgm:pt modelId="{061E28AA-9623-4D28-9F56-707947FFF624}" type="parTrans" cxnId="{22497EF5-FCBB-45AB-A25C-0DEDFB89143C}">
      <dgm:prSet/>
      <dgm:spPr/>
      <dgm:t>
        <a:bodyPr/>
        <a:lstStyle/>
        <a:p>
          <a:endParaRPr lang="en-US"/>
        </a:p>
      </dgm:t>
    </dgm:pt>
    <dgm:pt modelId="{A6100F0C-24E0-46CE-802E-19D86409AC3A}" type="sibTrans" cxnId="{22497EF5-FCBB-45AB-A25C-0DEDFB89143C}">
      <dgm:prSet/>
      <dgm:spPr/>
      <dgm:t>
        <a:bodyPr/>
        <a:lstStyle/>
        <a:p>
          <a:endParaRPr lang="en-US"/>
        </a:p>
      </dgm:t>
    </dgm:pt>
    <dgm:pt modelId="{EDDB6C0A-0620-4BD3-897A-0150AF337B30}" type="pres">
      <dgm:prSet presAssocID="{55AE77DD-CF39-4AD7-B464-0E22EABFC8A5}" presName="root" presStyleCnt="0">
        <dgm:presLayoutVars>
          <dgm:dir/>
          <dgm:resizeHandles val="exact"/>
        </dgm:presLayoutVars>
      </dgm:prSet>
      <dgm:spPr/>
    </dgm:pt>
    <dgm:pt modelId="{EEA50EF3-39DA-45F6-8633-FA113FBB03CC}" type="pres">
      <dgm:prSet presAssocID="{D6794D2B-5058-430E-AC7D-5C9541B38485}" presName="compNode" presStyleCnt="0"/>
      <dgm:spPr/>
    </dgm:pt>
    <dgm:pt modelId="{EBA7999D-ADDB-4C43-A60F-7BE9161BB092}" type="pres">
      <dgm:prSet presAssocID="{D6794D2B-5058-430E-AC7D-5C9541B38485}" presName="bgRect" presStyleLbl="bgShp" presStyleIdx="0" presStyleCnt="4"/>
      <dgm:spPr/>
    </dgm:pt>
    <dgm:pt modelId="{C49F9B7F-685F-4A29-82DD-B98843319DE2}" type="pres">
      <dgm:prSet presAssocID="{D6794D2B-5058-430E-AC7D-5C9541B38485}"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row Right with solid fill"/>
        </a:ext>
      </dgm:extLst>
    </dgm:pt>
    <dgm:pt modelId="{5A3FEB1F-D46A-4A77-A08E-0FAB6C9A67D0}" type="pres">
      <dgm:prSet presAssocID="{D6794D2B-5058-430E-AC7D-5C9541B38485}" presName="spaceRect" presStyleCnt="0"/>
      <dgm:spPr/>
    </dgm:pt>
    <dgm:pt modelId="{791176B4-3EB7-4D1D-9A0F-B5D2D17E8793}" type="pres">
      <dgm:prSet presAssocID="{D6794D2B-5058-430E-AC7D-5C9541B38485}" presName="parTx" presStyleLbl="revTx" presStyleIdx="0" presStyleCnt="4">
        <dgm:presLayoutVars>
          <dgm:chMax val="0"/>
          <dgm:chPref val="0"/>
        </dgm:presLayoutVars>
      </dgm:prSet>
      <dgm:spPr/>
    </dgm:pt>
    <dgm:pt modelId="{8B732711-0C7D-4196-B059-084F2B5F12C7}" type="pres">
      <dgm:prSet presAssocID="{FF07AA7C-9B90-4117-80CE-BEBCBF8E4628}" presName="sibTrans" presStyleCnt="0"/>
      <dgm:spPr/>
    </dgm:pt>
    <dgm:pt modelId="{4825B16C-F95B-42ED-8C21-08EA61C2BEA7}" type="pres">
      <dgm:prSet presAssocID="{FC786386-55DB-4AC0-A3E9-E54FC6EF5DBD}" presName="compNode" presStyleCnt="0"/>
      <dgm:spPr/>
    </dgm:pt>
    <dgm:pt modelId="{F5879E9C-147B-43A9-BB02-40E3389E7F59}" type="pres">
      <dgm:prSet presAssocID="{FC786386-55DB-4AC0-A3E9-E54FC6EF5DBD}" presName="bgRect" presStyleLbl="bgShp" presStyleIdx="1" presStyleCnt="4"/>
      <dgm:spPr/>
    </dgm:pt>
    <dgm:pt modelId="{8C5D4130-BED3-4361-868E-3555FC0DF468}" type="pres">
      <dgm:prSet presAssocID="{FC786386-55DB-4AC0-A3E9-E54FC6EF5DBD}" presName="iconRect" presStyleLbl="node1" presStyleIdx="1" presStyleCnt="4"/>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row Right with solid fill"/>
        </a:ext>
      </dgm:extLst>
    </dgm:pt>
    <dgm:pt modelId="{E9A679CC-5FC0-43A2-A918-E69B81582D8F}" type="pres">
      <dgm:prSet presAssocID="{FC786386-55DB-4AC0-A3E9-E54FC6EF5DBD}" presName="spaceRect" presStyleCnt="0"/>
      <dgm:spPr/>
    </dgm:pt>
    <dgm:pt modelId="{C2848515-DEC1-4D3F-9789-C8C23D7ADBE7}" type="pres">
      <dgm:prSet presAssocID="{FC786386-55DB-4AC0-A3E9-E54FC6EF5DBD}" presName="parTx" presStyleLbl="revTx" presStyleIdx="1" presStyleCnt="4">
        <dgm:presLayoutVars>
          <dgm:chMax val="0"/>
          <dgm:chPref val="0"/>
        </dgm:presLayoutVars>
      </dgm:prSet>
      <dgm:spPr/>
    </dgm:pt>
    <dgm:pt modelId="{0D71DA6C-4CF4-40D2-8FA9-9F9BF9E31917}" type="pres">
      <dgm:prSet presAssocID="{37BABF91-32AF-4CC1-B5FA-FCF988FFE170}" presName="sibTrans" presStyleCnt="0"/>
      <dgm:spPr/>
    </dgm:pt>
    <dgm:pt modelId="{BA74F178-A76D-4526-A0F7-83D32E489B65}" type="pres">
      <dgm:prSet presAssocID="{0102E0FE-C68A-4CA3-9E60-45E615DFB472}" presName="compNode" presStyleCnt="0"/>
      <dgm:spPr/>
    </dgm:pt>
    <dgm:pt modelId="{E282354F-ED21-4840-B110-7CF58E47B351}" type="pres">
      <dgm:prSet presAssocID="{0102E0FE-C68A-4CA3-9E60-45E615DFB472}" presName="bgRect" presStyleLbl="bgShp" presStyleIdx="2" presStyleCnt="4"/>
      <dgm:spPr/>
    </dgm:pt>
    <dgm:pt modelId="{181D9578-9EBE-45A2-92C4-8A4985964E3C}" type="pres">
      <dgm:prSet presAssocID="{0102E0FE-C68A-4CA3-9E60-45E615DFB472}" presName="iconRect" presStyleLbl="node1" presStyleIdx="2" presStyleCnt="4"/>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row Right with solid fill"/>
        </a:ext>
      </dgm:extLst>
    </dgm:pt>
    <dgm:pt modelId="{F217964B-9E3B-449D-853E-8EDE0A2A096E}" type="pres">
      <dgm:prSet presAssocID="{0102E0FE-C68A-4CA3-9E60-45E615DFB472}" presName="spaceRect" presStyleCnt="0"/>
      <dgm:spPr/>
    </dgm:pt>
    <dgm:pt modelId="{A9C56381-8ED7-4A27-8465-BEA4D6FD6C0A}" type="pres">
      <dgm:prSet presAssocID="{0102E0FE-C68A-4CA3-9E60-45E615DFB472}" presName="parTx" presStyleLbl="revTx" presStyleIdx="2" presStyleCnt="4">
        <dgm:presLayoutVars>
          <dgm:chMax val="0"/>
          <dgm:chPref val="0"/>
        </dgm:presLayoutVars>
      </dgm:prSet>
      <dgm:spPr/>
    </dgm:pt>
    <dgm:pt modelId="{910DC04B-E050-4382-AA75-26B96C39E6DD}" type="pres">
      <dgm:prSet presAssocID="{C19DBA48-A360-4F64-9E6C-DC99A3196014}" presName="sibTrans" presStyleCnt="0"/>
      <dgm:spPr/>
    </dgm:pt>
    <dgm:pt modelId="{A2BF7A9F-3754-47F2-80EE-7497F25E7E0A}" type="pres">
      <dgm:prSet presAssocID="{9793C9EB-5CCA-45DE-B207-82201D8A3073}" presName="compNode" presStyleCnt="0"/>
      <dgm:spPr/>
    </dgm:pt>
    <dgm:pt modelId="{ED3F6610-59B5-4A4C-BE9A-400FCCF68CCD}" type="pres">
      <dgm:prSet presAssocID="{9793C9EB-5CCA-45DE-B207-82201D8A3073}" presName="bgRect" presStyleLbl="bgShp" presStyleIdx="3" presStyleCnt="4"/>
      <dgm:spPr/>
    </dgm:pt>
    <dgm:pt modelId="{0C8B5158-D96C-4E77-96B3-AFDF462817E7}" type="pres">
      <dgm:prSet presAssocID="{9793C9EB-5CCA-45DE-B207-82201D8A3073}" presName="iconRect" presStyleLbl="node1" presStyleIdx="3" presStyleCnt="4"/>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row Right with solid fill"/>
        </a:ext>
      </dgm:extLst>
    </dgm:pt>
    <dgm:pt modelId="{6F760210-D501-4996-B986-E8A124A73A84}" type="pres">
      <dgm:prSet presAssocID="{9793C9EB-5CCA-45DE-B207-82201D8A3073}" presName="spaceRect" presStyleCnt="0"/>
      <dgm:spPr/>
    </dgm:pt>
    <dgm:pt modelId="{45E60FDE-C4F8-4703-B5A4-DDE9C2431994}" type="pres">
      <dgm:prSet presAssocID="{9793C9EB-5CCA-45DE-B207-82201D8A3073}" presName="parTx" presStyleLbl="revTx" presStyleIdx="3" presStyleCnt="4">
        <dgm:presLayoutVars>
          <dgm:chMax val="0"/>
          <dgm:chPref val="0"/>
        </dgm:presLayoutVars>
      </dgm:prSet>
      <dgm:spPr/>
    </dgm:pt>
  </dgm:ptLst>
  <dgm:cxnLst>
    <dgm:cxn modelId="{258D291A-A4D4-4F2F-9E20-B0BD2A724A71}" type="presOf" srcId="{D6794D2B-5058-430E-AC7D-5C9541B38485}" destId="{791176B4-3EB7-4D1D-9A0F-B5D2D17E8793}" srcOrd="0" destOrd="0" presId="urn:microsoft.com/office/officeart/2018/2/layout/IconVerticalSolidList"/>
    <dgm:cxn modelId="{36CB8563-9257-425C-A2BE-CE121B194355}" type="presOf" srcId="{FC786386-55DB-4AC0-A3E9-E54FC6EF5DBD}" destId="{C2848515-DEC1-4D3F-9789-C8C23D7ADBE7}" srcOrd="0" destOrd="0" presId="urn:microsoft.com/office/officeart/2018/2/layout/IconVerticalSolidList"/>
    <dgm:cxn modelId="{AAA8A668-9311-448D-B7C1-25B410F3134E}" srcId="{55AE77DD-CF39-4AD7-B464-0E22EABFC8A5}" destId="{FC786386-55DB-4AC0-A3E9-E54FC6EF5DBD}" srcOrd="1" destOrd="0" parTransId="{756A3C54-72D9-46C0-ADA6-829E87383539}" sibTransId="{37BABF91-32AF-4CC1-B5FA-FCF988FFE170}"/>
    <dgm:cxn modelId="{01CF044C-8A50-4DC2-99EA-B1E42CB49269}" srcId="{55AE77DD-CF39-4AD7-B464-0E22EABFC8A5}" destId="{D6794D2B-5058-430E-AC7D-5C9541B38485}" srcOrd="0" destOrd="0" parTransId="{01FAD2B9-A84D-4D1F-8947-202890B22CFE}" sibTransId="{FF07AA7C-9B90-4117-80CE-BEBCBF8E4628}"/>
    <dgm:cxn modelId="{7DD1684C-2C8A-4F69-AE7D-CB0C0E62D66B}" type="presOf" srcId="{55AE77DD-CF39-4AD7-B464-0E22EABFC8A5}" destId="{EDDB6C0A-0620-4BD3-897A-0150AF337B30}" srcOrd="0" destOrd="0" presId="urn:microsoft.com/office/officeart/2018/2/layout/IconVerticalSolidList"/>
    <dgm:cxn modelId="{AD34B76E-83BE-46C0-BB47-B20E31652E3F}" type="presOf" srcId="{0102E0FE-C68A-4CA3-9E60-45E615DFB472}" destId="{A9C56381-8ED7-4A27-8465-BEA4D6FD6C0A}" srcOrd="0" destOrd="0" presId="urn:microsoft.com/office/officeart/2018/2/layout/IconVerticalSolidList"/>
    <dgm:cxn modelId="{A609BA89-A57C-4198-8F9D-B23BCC483951}" srcId="{55AE77DD-CF39-4AD7-B464-0E22EABFC8A5}" destId="{0102E0FE-C68A-4CA3-9E60-45E615DFB472}" srcOrd="2" destOrd="0" parTransId="{EB6CB115-66E2-46C2-A926-71FC00F28C96}" sibTransId="{C19DBA48-A360-4F64-9E6C-DC99A3196014}"/>
    <dgm:cxn modelId="{7C8195E6-07E2-4C35-A7AE-754A8F94655B}" type="presOf" srcId="{9793C9EB-5CCA-45DE-B207-82201D8A3073}" destId="{45E60FDE-C4F8-4703-B5A4-DDE9C2431994}" srcOrd="0" destOrd="0" presId="urn:microsoft.com/office/officeart/2018/2/layout/IconVerticalSolidList"/>
    <dgm:cxn modelId="{22497EF5-FCBB-45AB-A25C-0DEDFB89143C}" srcId="{55AE77DD-CF39-4AD7-B464-0E22EABFC8A5}" destId="{9793C9EB-5CCA-45DE-B207-82201D8A3073}" srcOrd="3" destOrd="0" parTransId="{061E28AA-9623-4D28-9F56-707947FFF624}" sibTransId="{A6100F0C-24E0-46CE-802E-19D86409AC3A}"/>
    <dgm:cxn modelId="{E8ABD615-4C38-460B-9737-D2EF22C29AC8}" type="presParOf" srcId="{EDDB6C0A-0620-4BD3-897A-0150AF337B30}" destId="{EEA50EF3-39DA-45F6-8633-FA113FBB03CC}" srcOrd="0" destOrd="0" presId="urn:microsoft.com/office/officeart/2018/2/layout/IconVerticalSolidList"/>
    <dgm:cxn modelId="{B2763424-CEF3-407D-9A37-716DD2C362CC}" type="presParOf" srcId="{EEA50EF3-39DA-45F6-8633-FA113FBB03CC}" destId="{EBA7999D-ADDB-4C43-A60F-7BE9161BB092}" srcOrd="0" destOrd="0" presId="urn:microsoft.com/office/officeart/2018/2/layout/IconVerticalSolidList"/>
    <dgm:cxn modelId="{8EB66F9A-014A-4201-A061-F0259D695B2D}" type="presParOf" srcId="{EEA50EF3-39DA-45F6-8633-FA113FBB03CC}" destId="{C49F9B7F-685F-4A29-82DD-B98843319DE2}" srcOrd="1" destOrd="0" presId="urn:microsoft.com/office/officeart/2018/2/layout/IconVerticalSolidList"/>
    <dgm:cxn modelId="{0891EA5B-CB63-4F64-B716-9EA8BFC5574A}" type="presParOf" srcId="{EEA50EF3-39DA-45F6-8633-FA113FBB03CC}" destId="{5A3FEB1F-D46A-4A77-A08E-0FAB6C9A67D0}" srcOrd="2" destOrd="0" presId="urn:microsoft.com/office/officeart/2018/2/layout/IconVerticalSolidList"/>
    <dgm:cxn modelId="{8AC25AFD-B2EE-4B91-8E90-10850058E203}" type="presParOf" srcId="{EEA50EF3-39DA-45F6-8633-FA113FBB03CC}" destId="{791176B4-3EB7-4D1D-9A0F-B5D2D17E8793}" srcOrd="3" destOrd="0" presId="urn:microsoft.com/office/officeart/2018/2/layout/IconVerticalSolidList"/>
    <dgm:cxn modelId="{23794901-B021-460E-B41E-12D0E1605498}" type="presParOf" srcId="{EDDB6C0A-0620-4BD3-897A-0150AF337B30}" destId="{8B732711-0C7D-4196-B059-084F2B5F12C7}" srcOrd="1" destOrd="0" presId="urn:microsoft.com/office/officeart/2018/2/layout/IconVerticalSolidList"/>
    <dgm:cxn modelId="{AB81968E-BC16-489D-BD94-11EC4C428A87}" type="presParOf" srcId="{EDDB6C0A-0620-4BD3-897A-0150AF337B30}" destId="{4825B16C-F95B-42ED-8C21-08EA61C2BEA7}" srcOrd="2" destOrd="0" presId="urn:microsoft.com/office/officeart/2018/2/layout/IconVerticalSolidList"/>
    <dgm:cxn modelId="{532A1972-4AC7-4F38-8D28-5A2BD3586AF1}" type="presParOf" srcId="{4825B16C-F95B-42ED-8C21-08EA61C2BEA7}" destId="{F5879E9C-147B-43A9-BB02-40E3389E7F59}" srcOrd="0" destOrd="0" presId="urn:microsoft.com/office/officeart/2018/2/layout/IconVerticalSolidList"/>
    <dgm:cxn modelId="{A551BB17-5385-4429-9179-82BA273B99E1}" type="presParOf" srcId="{4825B16C-F95B-42ED-8C21-08EA61C2BEA7}" destId="{8C5D4130-BED3-4361-868E-3555FC0DF468}" srcOrd="1" destOrd="0" presId="urn:microsoft.com/office/officeart/2018/2/layout/IconVerticalSolidList"/>
    <dgm:cxn modelId="{8A54577C-0F5F-4D73-942A-9F9C0829DCF7}" type="presParOf" srcId="{4825B16C-F95B-42ED-8C21-08EA61C2BEA7}" destId="{E9A679CC-5FC0-43A2-A918-E69B81582D8F}" srcOrd="2" destOrd="0" presId="urn:microsoft.com/office/officeart/2018/2/layout/IconVerticalSolidList"/>
    <dgm:cxn modelId="{B4900B8D-5E33-4E3C-A7D2-3228400918AF}" type="presParOf" srcId="{4825B16C-F95B-42ED-8C21-08EA61C2BEA7}" destId="{C2848515-DEC1-4D3F-9789-C8C23D7ADBE7}" srcOrd="3" destOrd="0" presId="urn:microsoft.com/office/officeart/2018/2/layout/IconVerticalSolidList"/>
    <dgm:cxn modelId="{0FAA93F9-5DB1-4722-BFCB-ADCBBB9DB8BC}" type="presParOf" srcId="{EDDB6C0A-0620-4BD3-897A-0150AF337B30}" destId="{0D71DA6C-4CF4-40D2-8FA9-9F9BF9E31917}" srcOrd="3" destOrd="0" presId="urn:microsoft.com/office/officeart/2018/2/layout/IconVerticalSolidList"/>
    <dgm:cxn modelId="{056F8311-69B5-4898-8DD6-66FC0299C4E1}" type="presParOf" srcId="{EDDB6C0A-0620-4BD3-897A-0150AF337B30}" destId="{BA74F178-A76D-4526-A0F7-83D32E489B65}" srcOrd="4" destOrd="0" presId="urn:microsoft.com/office/officeart/2018/2/layout/IconVerticalSolidList"/>
    <dgm:cxn modelId="{F4A9E9D9-598A-4D69-9F56-AC1453310903}" type="presParOf" srcId="{BA74F178-A76D-4526-A0F7-83D32E489B65}" destId="{E282354F-ED21-4840-B110-7CF58E47B351}" srcOrd="0" destOrd="0" presId="urn:microsoft.com/office/officeart/2018/2/layout/IconVerticalSolidList"/>
    <dgm:cxn modelId="{9AD07A0F-482E-4C92-9197-53AE776B89B6}" type="presParOf" srcId="{BA74F178-A76D-4526-A0F7-83D32E489B65}" destId="{181D9578-9EBE-45A2-92C4-8A4985964E3C}" srcOrd="1" destOrd="0" presId="urn:microsoft.com/office/officeart/2018/2/layout/IconVerticalSolidList"/>
    <dgm:cxn modelId="{5D4B34FF-E686-42D6-AF49-FA0F79ACBF0A}" type="presParOf" srcId="{BA74F178-A76D-4526-A0F7-83D32E489B65}" destId="{F217964B-9E3B-449D-853E-8EDE0A2A096E}" srcOrd="2" destOrd="0" presId="urn:microsoft.com/office/officeart/2018/2/layout/IconVerticalSolidList"/>
    <dgm:cxn modelId="{BC2A6BEA-A220-400B-AAE8-38D4BBD02D8F}" type="presParOf" srcId="{BA74F178-A76D-4526-A0F7-83D32E489B65}" destId="{A9C56381-8ED7-4A27-8465-BEA4D6FD6C0A}" srcOrd="3" destOrd="0" presId="urn:microsoft.com/office/officeart/2018/2/layout/IconVerticalSolidList"/>
    <dgm:cxn modelId="{19778B74-0FCF-43DA-9C0C-FD07AA60FFA6}" type="presParOf" srcId="{EDDB6C0A-0620-4BD3-897A-0150AF337B30}" destId="{910DC04B-E050-4382-AA75-26B96C39E6DD}" srcOrd="5" destOrd="0" presId="urn:microsoft.com/office/officeart/2018/2/layout/IconVerticalSolidList"/>
    <dgm:cxn modelId="{BE7ABD1E-0E01-4F9C-B514-DFCA2445DE0E}" type="presParOf" srcId="{EDDB6C0A-0620-4BD3-897A-0150AF337B30}" destId="{A2BF7A9F-3754-47F2-80EE-7497F25E7E0A}" srcOrd="6" destOrd="0" presId="urn:microsoft.com/office/officeart/2018/2/layout/IconVerticalSolidList"/>
    <dgm:cxn modelId="{7BF39047-4D88-4217-9AD3-139CD892AE88}" type="presParOf" srcId="{A2BF7A9F-3754-47F2-80EE-7497F25E7E0A}" destId="{ED3F6610-59B5-4A4C-BE9A-400FCCF68CCD}" srcOrd="0" destOrd="0" presId="urn:microsoft.com/office/officeart/2018/2/layout/IconVerticalSolidList"/>
    <dgm:cxn modelId="{25D4275C-8EBF-45C3-90E5-E5B2D9E678FB}" type="presParOf" srcId="{A2BF7A9F-3754-47F2-80EE-7497F25E7E0A}" destId="{0C8B5158-D96C-4E77-96B3-AFDF462817E7}" srcOrd="1" destOrd="0" presId="urn:microsoft.com/office/officeart/2018/2/layout/IconVerticalSolidList"/>
    <dgm:cxn modelId="{51DDF866-314F-44F5-9779-1017C1324B1B}" type="presParOf" srcId="{A2BF7A9F-3754-47F2-80EE-7497F25E7E0A}" destId="{6F760210-D501-4996-B986-E8A124A73A84}" srcOrd="2" destOrd="0" presId="urn:microsoft.com/office/officeart/2018/2/layout/IconVerticalSolidList"/>
    <dgm:cxn modelId="{37BD6BB4-7EC7-4DF5-A16D-8803B346935D}" type="presParOf" srcId="{A2BF7A9F-3754-47F2-80EE-7497F25E7E0A}" destId="{45E60FDE-C4F8-4703-B5A4-DDE9C243199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7999D-ADDB-4C43-A60F-7BE9161BB092}">
      <dsp:nvSpPr>
        <dsp:cNvPr id="0" name=""/>
        <dsp:cNvSpPr/>
      </dsp:nvSpPr>
      <dsp:spPr>
        <a:xfrm>
          <a:off x="0" y="1906"/>
          <a:ext cx="10653579" cy="9663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9F9B7F-685F-4A29-82DD-B98843319DE2}">
      <dsp:nvSpPr>
        <dsp:cNvPr id="0" name=""/>
        <dsp:cNvSpPr/>
      </dsp:nvSpPr>
      <dsp:spPr>
        <a:xfrm>
          <a:off x="292311" y="219328"/>
          <a:ext cx="531475" cy="53147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1176B4-3EB7-4D1D-9A0F-B5D2D17E8793}">
      <dsp:nvSpPr>
        <dsp:cNvPr id="0" name=""/>
        <dsp:cNvSpPr/>
      </dsp:nvSpPr>
      <dsp:spPr>
        <a:xfrm>
          <a:off x="1116098" y="1906"/>
          <a:ext cx="9537480" cy="966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269" tIns="102269" rIns="102269" bIns="102269" numCol="1" spcCol="1270" anchor="ctr" anchorCtr="0">
          <a:noAutofit/>
        </a:bodyPr>
        <a:lstStyle/>
        <a:p>
          <a:pPr marL="0" lvl="0" indent="0" algn="l" defTabSz="977900">
            <a:lnSpc>
              <a:spcPct val="90000"/>
            </a:lnSpc>
            <a:spcBef>
              <a:spcPct val="0"/>
            </a:spcBef>
            <a:spcAft>
              <a:spcPct val="35000"/>
            </a:spcAft>
            <a:buNone/>
          </a:pPr>
          <a:r>
            <a:rPr lang="en-US" sz="2200" kern="1200"/>
            <a:t>Part 1: Refining and Developing Coding</a:t>
          </a:r>
        </a:p>
      </dsp:txBody>
      <dsp:txXfrm>
        <a:off x="1116098" y="1906"/>
        <a:ext cx="9537480" cy="966318"/>
      </dsp:txXfrm>
    </dsp:sp>
    <dsp:sp modelId="{F5879E9C-147B-43A9-BB02-40E3389E7F59}">
      <dsp:nvSpPr>
        <dsp:cNvPr id="0" name=""/>
        <dsp:cNvSpPr/>
      </dsp:nvSpPr>
      <dsp:spPr>
        <a:xfrm>
          <a:off x="0" y="1209805"/>
          <a:ext cx="10653579" cy="9663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5D4130-BED3-4361-868E-3555FC0DF468}">
      <dsp:nvSpPr>
        <dsp:cNvPr id="0" name=""/>
        <dsp:cNvSpPr/>
      </dsp:nvSpPr>
      <dsp:spPr>
        <a:xfrm>
          <a:off x="292311" y="1427226"/>
          <a:ext cx="531475" cy="53147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2848515-DEC1-4D3F-9789-C8C23D7ADBE7}">
      <dsp:nvSpPr>
        <dsp:cNvPr id="0" name=""/>
        <dsp:cNvSpPr/>
      </dsp:nvSpPr>
      <dsp:spPr>
        <a:xfrm>
          <a:off x="1116098" y="1209805"/>
          <a:ext cx="9537480" cy="966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269" tIns="102269" rIns="102269" bIns="102269" numCol="1" spcCol="1270" anchor="ctr" anchorCtr="0">
          <a:noAutofit/>
        </a:bodyPr>
        <a:lstStyle/>
        <a:p>
          <a:pPr marL="0" lvl="0" indent="0" algn="l" defTabSz="977900">
            <a:lnSpc>
              <a:spcPct val="90000"/>
            </a:lnSpc>
            <a:spcBef>
              <a:spcPct val="0"/>
            </a:spcBef>
            <a:spcAft>
              <a:spcPct val="35000"/>
            </a:spcAft>
            <a:buNone/>
          </a:pPr>
          <a:r>
            <a:rPr lang="en-US" sz="2200" kern="1200"/>
            <a:t>Part 2: Framework Matrices and Query Results</a:t>
          </a:r>
        </a:p>
      </dsp:txBody>
      <dsp:txXfrm>
        <a:off x="1116098" y="1209805"/>
        <a:ext cx="9537480" cy="966318"/>
      </dsp:txXfrm>
    </dsp:sp>
    <dsp:sp modelId="{E282354F-ED21-4840-B110-7CF58E47B351}">
      <dsp:nvSpPr>
        <dsp:cNvPr id="0" name=""/>
        <dsp:cNvSpPr/>
      </dsp:nvSpPr>
      <dsp:spPr>
        <a:xfrm>
          <a:off x="0" y="2417703"/>
          <a:ext cx="10653579" cy="9663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1D9578-9EBE-45A2-92C4-8A4985964E3C}">
      <dsp:nvSpPr>
        <dsp:cNvPr id="0" name=""/>
        <dsp:cNvSpPr/>
      </dsp:nvSpPr>
      <dsp:spPr>
        <a:xfrm>
          <a:off x="292311" y="2635125"/>
          <a:ext cx="531475" cy="53147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C56381-8ED7-4A27-8465-BEA4D6FD6C0A}">
      <dsp:nvSpPr>
        <dsp:cNvPr id="0" name=""/>
        <dsp:cNvSpPr/>
      </dsp:nvSpPr>
      <dsp:spPr>
        <a:xfrm>
          <a:off x="1116098" y="2417703"/>
          <a:ext cx="9537480" cy="966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269" tIns="102269" rIns="102269" bIns="102269" numCol="1" spcCol="1270" anchor="ctr" anchorCtr="0">
          <a:noAutofit/>
        </a:bodyPr>
        <a:lstStyle/>
        <a:p>
          <a:pPr marL="0" lvl="0" indent="0" algn="l" defTabSz="977900">
            <a:lnSpc>
              <a:spcPct val="90000"/>
            </a:lnSpc>
            <a:spcBef>
              <a:spcPct val="0"/>
            </a:spcBef>
            <a:spcAft>
              <a:spcPct val="35000"/>
            </a:spcAft>
            <a:buNone/>
          </a:pPr>
          <a:r>
            <a:rPr lang="en-US" sz="2200" kern="1200"/>
            <a:t>Part 3: </a:t>
          </a:r>
          <a:r>
            <a:rPr lang="en-US" sz="2200" kern="1200">
              <a:latin typeface="Neue Haas Grotesk Text Pro"/>
            </a:rPr>
            <a:t>Advanced</a:t>
          </a:r>
          <a:r>
            <a:rPr lang="en-US" sz="2200" kern="1200"/>
            <a:t> </a:t>
          </a:r>
          <a:r>
            <a:rPr lang="en-US" sz="2200" kern="1200">
              <a:latin typeface="Neue Haas Grotesk Text Pro"/>
            </a:rPr>
            <a:t>Search</a:t>
          </a:r>
          <a:r>
            <a:rPr lang="en-US" sz="2200" kern="1200"/>
            <a:t> and Query Options</a:t>
          </a:r>
        </a:p>
      </dsp:txBody>
      <dsp:txXfrm>
        <a:off x="1116098" y="2417703"/>
        <a:ext cx="9537480" cy="966318"/>
      </dsp:txXfrm>
    </dsp:sp>
    <dsp:sp modelId="{ED3F6610-59B5-4A4C-BE9A-400FCCF68CCD}">
      <dsp:nvSpPr>
        <dsp:cNvPr id="0" name=""/>
        <dsp:cNvSpPr/>
      </dsp:nvSpPr>
      <dsp:spPr>
        <a:xfrm>
          <a:off x="0" y="3625602"/>
          <a:ext cx="10653579" cy="96631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8B5158-D96C-4E77-96B3-AFDF462817E7}">
      <dsp:nvSpPr>
        <dsp:cNvPr id="0" name=""/>
        <dsp:cNvSpPr/>
      </dsp:nvSpPr>
      <dsp:spPr>
        <a:xfrm>
          <a:off x="292311" y="3843024"/>
          <a:ext cx="531475" cy="53147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E60FDE-C4F8-4703-B5A4-DDE9C2431994}">
      <dsp:nvSpPr>
        <dsp:cNvPr id="0" name=""/>
        <dsp:cNvSpPr/>
      </dsp:nvSpPr>
      <dsp:spPr>
        <a:xfrm>
          <a:off x="1116098" y="3625602"/>
          <a:ext cx="9537480" cy="966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269" tIns="102269" rIns="102269" bIns="102269" numCol="1" spcCol="1270" anchor="ctr" anchorCtr="0">
          <a:noAutofit/>
        </a:bodyPr>
        <a:lstStyle/>
        <a:p>
          <a:pPr marL="0" lvl="0" indent="0" algn="l" defTabSz="977900">
            <a:lnSpc>
              <a:spcPct val="90000"/>
            </a:lnSpc>
            <a:spcBef>
              <a:spcPct val="0"/>
            </a:spcBef>
            <a:spcAft>
              <a:spcPct val="35000"/>
            </a:spcAft>
            <a:buNone/>
          </a:pPr>
          <a:r>
            <a:rPr lang="en-US" sz="2200" kern="1200"/>
            <a:t>Part 4: Visualising Analysis</a:t>
          </a:r>
        </a:p>
      </dsp:txBody>
      <dsp:txXfrm>
        <a:off x="1116098" y="3625602"/>
        <a:ext cx="9537480" cy="96631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2/8/2025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274294748"/>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2/8/2025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197376743"/>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dirty="0"/>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2/8/2025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807721527"/>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2/8/2025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737121636"/>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2/8/2025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549101862"/>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2/8/2025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320514523"/>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2/8/2025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964938048"/>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2/8/2025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4120433759"/>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5063319" y="657103"/>
            <a:ext cx="6483687" cy="555590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2/8/2025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497975055"/>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2/8/2025</a:t>
            </a:fld>
            <a:endParaRPr lang="en-US" dirty="0"/>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009350612"/>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2/8/2025</a:t>
            </a:fld>
            <a:endParaRPr lang="en-US" dirty="0"/>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083608217"/>
      </p:ext>
    </p:extLst>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FigureOut">
              <a:rPr lang="en-US" dirty="0"/>
              <a:t>2/8/2025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dirty="0"/>
          </a:p>
        </p:txBody>
      </p:sp>
    </p:spTree>
    <p:extLst>
      <p:ext uri="{BB962C8B-B14F-4D97-AF65-F5344CB8AC3E}">
        <p14:creationId xmlns:p14="http://schemas.microsoft.com/office/powerpoint/2010/main" val="1266157682"/>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hf hdr="0" ft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qesb.info"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mailto:alasdair.stewart@glasgow.ac.u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296331" y="2381006"/>
            <a:ext cx="4300426" cy="2539251"/>
          </a:xfrm>
        </p:spPr>
        <p:txBody>
          <a:bodyPr>
            <a:noAutofit/>
          </a:bodyPr>
          <a:lstStyle/>
          <a:p>
            <a:r>
              <a:rPr lang="en-US" sz="4800" dirty="0"/>
              <a:t>Going Further with NVivo for Qualitative Analysis</a:t>
            </a:r>
          </a:p>
        </p:txBody>
      </p:sp>
      <p:sp>
        <p:nvSpPr>
          <p:cNvPr id="3" name="Subtitle 2"/>
          <p:cNvSpPr>
            <a:spLocks noGrp="1"/>
          </p:cNvSpPr>
          <p:nvPr>
            <p:ph type="subTitle" idx="1"/>
          </p:nvPr>
        </p:nvSpPr>
        <p:spPr>
          <a:xfrm>
            <a:off x="7296150" y="5209116"/>
            <a:ext cx="3981449" cy="677324"/>
          </a:xfrm>
        </p:spPr>
        <p:txBody>
          <a:bodyPr vert="horz" lIns="91440" tIns="45720" rIns="91440" bIns="45720" rtlCol="0" anchor="t">
            <a:normAutofit/>
          </a:bodyPr>
          <a:lstStyle/>
          <a:p>
            <a:r>
              <a:rPr lang="en-US" b="1" dirty="0"/>
              <a:t>Alasdair Stewart</a:t>
            </a:r>
          </a:p>
        </p:txBody>
      </p:sp>
      <p:pic>
        <p:nvPicPr>
          <p:cNvPr id="4" name="Picture 3" descr="sgsss - Applied Psychology and Human ...">
            <a:extLst>
              <a:ext uri="{FF2B5EF4-FFF2-40B4-BE49-F238E27FC236}">
                <a16:creationId xmlns:a16="http://schemas.microsoft.com/office/drawing/2014/main" id="{B4A0791E-BF5E-0415-2D81-595FEF3D292A}"/>
              </a:ext>
            </a:extLst>
          </p:cNvPr>
          <p:cNvPicPr>
            <a:picLocks noChangeAspect="1"/>
          </p:cNvPicPr>
          <p:nvPr/>
        </p:nvPicPr>
        <p:blipFill>
          <a:blip r:embed="rId2"/>
          <a:stretch>
            <a:fillRect/>
          </a:stretch>
        </p:blipFill>
        <p:spPr>
          <a:xfrm>
            <a:off x="835741" y="1638140"/>
            <a:ext cx="5577234" cy="2788617"/>
          </a:xfrm>
          <a:prstGeom prst="rect">
            <a:avLst/>
          </a:prstGeom>
        </p:spPr>
      </p:pic>
      <p:sp>
        <p:nvSpPr>
          <p:cNvPr id="7" name="Subtitle 2">
            <a:extLst>
              <a:ext uri="{FF2B5EF4-FFF2-40B4-BE49-F238E27FC236}">
                <a16:creationId xmlns:a16="http://schemas.microsoft.com/office/drawing/2014/main" id="{EF729BF2-6252-DD76-ACEF-549DF0315F9A}"/>
              </a:ext>
            </a:extLst>
          </p:cNvPr>
          <p:cNvSpPr txBox="1">
            <a:spLocks/>
          </p:cNvSpPr>
          <p:nvPr/>
        </p:nvSpPr>
        <p:spPr>
          <a:xfrm>
            <a:off x="1640244" y="4583965"/>
            <a:ext cx="3981449" cy="677324"/>
          </a:xfrm>
          <a:prstGeom prst="rect">
            <a:avLst/>
          </a:prstGeom>
        </p:spPr>
        <p:txBody>
          <a:bodyPr vert="horz" lIns="91440" tIns="45720" rIns="91440" bIns="45720" rtlCol="0" anchor="t">
            <a:normAutofit fontScale="85000" lnSpcReduction="20000"/>
          </a:bodyPr>
          <a:lstStyle>
            <a:lvl1pPr marL="0" indent="0" algn="ctr"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SGSSS Summer School</a:t>
            </a:r>
          </a:p>
          <a:p>
            <a:r>
              <a:rPr lang="en-US" dirty="0"/>
              <a:t>6th July 2024</a:t>
            </a:r>
          </a:p>
        </p:txBody>
      </p:sp>
      <p:sp>
        <p:nvSpPr>
          <p:cNvPr id="8" name="Slide Number Placeholder 7">
            <a:extLst>
              <a:ext uri="{FF2B5EF4-FFF2-40B4-BE49-F238E27FC236}">
                <a16:creationId xmlns:a16="http://schemas.microsoft.com/office/drawing/2014/main" id="{19303352-1808-55AB-8A75-95D6B8B11018}"/>
              </a:ext>
            </a:extLst>
          </p:cNvPr>
          <p:cNvSpPr>
            <a:spLocks noGrp="1"/>
          </p:cNvSpPr>
          <p:nvPr>
            <p:ph type="sldNum" sz="quarter" idx="12"/>
          </p:nvPr>
        </p:nvSpPr>
        <p:spPr/>
        <p:txBody>
          <a:bodyPr/>
          <a:lstStyle/>
          <a:p>
            <a:fld id="{CC057153-B650-4DEB-B370-79DDCFDCE934}" type="slidenum">
              <a:rPr lang="en-US" dirty="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0CC0C-28B0-E10B-D4EA-DF137E98A5BD}"/>
              </a:ext>
            </a:extLst>
          </p:cNvPr>
          <p:cNvSpPr>
            <a:spLocks noGrp="1"/>
          </p:cNvSpPr>
          <p:nvPr>
            <p:ph type="title"/>
          </p:nvPr>
        </p:nvSpPr>
        <p:spPr/>
        <p:txBody>
          <a:bodyPr/>
          <a:lstStyle/>
          <a:p>
            <a:r>
              <a:rPr lang="en-US" b="0" dirty="0"/>
              <a:t>Code: </a:t>
            </a:r>
            <a:r>
              <a:rPr lang="en-US" dirty="0"/>
              <a:t>SGSSS24</a:t>
            </a:r>
          </a:p>
        </p:txBody>
      </p:sp>
      <p:pic>
        <p:nvPicPr>
          <p:cNvPr id="6" name="Content Placeholder 5" descr="QR Code Image">
            <a:extLst>
              <a:ext uri="{FF2B5EF4-FFF2-40B4-BE49-F238E27FC236}">
                <a16:creationId xmlns:a16="http://schemas.microsoft.com/office/drawing/2014/main" id="{C1339C5C-9E59-F9EC-5502-10EAA546C304}"/>
              </a:ext>
            </a:extLst>
          </p:cNvPr>
          <p:cNvPicPr>
            <a:picLocks noGrp="1" noChangeAspect="1"/>
          </p:cNvPicPr>
          <p:nvPr>
            <p:ph idx="1"/>
          </p:nvPr>
        </p:nvPicPr>
        <p:blipFill>
          <a:blip r:embed="rId2"/>
          <a:stretch>
            <a:fillRect/>
          </a:stretch>
        </p:blipFill>
        <p:spPr>
          <a:xfrm>
            <a:off x="3642522" y="1715532"/>
            <a:ext cx="4593828" cy="4593828"/>
          </a:xfrm>
        </p:spPr>
      </p:pic>
      <p:sp>
        <p:nvSpPr>
          <p:cNvPr id="4" name="Date Placeholder 3">
            <a:extLst>
              <a:ext uri="{FF2B5EF4-FFF2-40B4-BE49-F238E27FC236}">
                <a16:creationId xmlns:a16="http://schemas.microsoft.com/office/drawing/2014/main" id="{00E8DCBE-FD9C-49EA-5681-E3214A4D5DA5}"/>
              </a:ext>
            </a:extLst>
          </p:cNvPr>
          <p:cNvSpPr>
            <a:spLocks noGrp="1"/>
          </p:cNvSpPr>
          <p:nvPr>
            <p:ph type="dt" sz="half" idx="10"/>
          </p:nvPr>
        </p:nvSpPr>
        <p:spPr/>
        <p:txBody>
          <a:bodyPr/>
          <a:lstStyle/>
          <a:p>
            <a:fld id="{2EE2A7F5-B4C5-4DC2-BD3C-F3E805B5E4E6}" type="datetime1">
              <a:t>2/8/2025</a:t>
            </a:fld>
            <a:endParaRPr lang="en-US" dirty="0"/>
          </a:p>
        </p:txBody>
      </p:sp>
      <p:sp>
        <p:nvSpPr>
          <p:cNvPr id="5" name="Slide Number Placeholder 4">
            <a:extLst>
              <a:ext uri="{FF2B5EF4-FFF2-40B4-BE49-F238E27FC236}">
                <a16:creationId xmlns:a16="http://schemas.microsoft.com/office/drawing/2014/main" id="{AC24FB66-BC5D-E23F-0AFA-45FDE657E8EA}"/>
              </a:ext>
            </a:extLst>
          </p:cNvPr>
          <p:cNvSpPr>
            <a:spLocks noGrp="1"/>
          </p:cNvSpPr>
          <p:nvPr>
            <p:ph type="sldNum" sz="quarter" idx="12"/>
          </p:nvPr>
        </p:nvSpPr>
        <p:spPr/>
        <p:txBody>
          <a:bodyPr/>
          <a:lstStyle/>
          <a:p>
            <a:fld id="{CC057153-B650-4DEB-B370-79DDCFDCE934}" type="slidenum">
              <a:rPr lang="en-US" dirty="0"/>
              <a:t>2</a:t>
            </a:fld>
            <a:endParaRPr lang="en-US" dirty="0"/>
          </a:p>
        </p:txBody>
      </p:sp>
    </p:spTree>
    <p:extLst>
      <p:ext uri="{BB962C8B-B14F-4D97-AF65-F5344CB8AC3E}">
        <p14:creationId xmlns:p14="http://schemas.microsoft.com/office/powerpoint/2010/main" val="1460610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6B424-4EAB-9C08-C0A5-26F469A3D427}"/>
              </a:ext>
            </a:extLst>
          </p:cNvPr>
          <p:cNvSpPr>
            <a:spLocks noGrp="1"/>
          </p:cNvSpPr>
          <p:nvPr>
            <p:ph type="title"/>
          </p:nvPr>
        </p:nvSpPr>
        <p:spPr/>
        <p:txBody>
          <a:bodyPr/>
          <a:lstStyle/>
          <a:p>
            <a:r>
              <a:rPr lang="en-US" dirty="0"/>
              <a:t>Session Aims</a:t>
            </a:r>
          </a:p>
        </p:txBody>
      </p:sp>
      <p:sp>
        <p:nvSpPr>
          <p:cNvPr id="3" name="Content Placeholder 2">
            <a:extLst>
              <a:ext uri="{FF2B5EF4-FFF2-40B4-BE49-F238E27FC236}">
                <a16:creationId xmlns:a16="http://schemas.microsoft.com/office/drawing/2014/main" id="{186555D8-029A-2170-CB0A-9BE252EABC22}"/>
              </a:ext>
            </a:extLst>
          </p:cNvPr>
          <p:cNvSpPr>
            <a:spLocks noGrp="1"/>
          </p:cNvSpPr>
          <p:nvPr>
            <p:ph idx="1"/>
          </p:nvPr>
        </p:nvSpPr>
        <p:spPr/>
        <p:txBody>
          <a:bodyPr vert="horz" lIns="91440" tIns="45720" rIns="91440" bIns="45720" rtlCol="0" anchor="t">
            <a:normAutofit/>
          </a:bodyPr>
          <a:lstStyle/>
          <a:p>
            <a:r>
              <a:rPr lang="en-US" dirty="0"/>
              <a:t>This session is designed around a 'problem-based approach', introducing more 'advanced' NVivo features, as well as easy to overlook 'simple' ones. Emphasis is placed on flexible ways these can be used and combined to support developing analysis, explore emerging questions, and address potential issues.</a:t>
            </a:r>
          </a:p>
          <a:p>
            <a:r>
              <a:rPr lang="en-US" dirty="0">
                <a:ea typeface="+mn-lt"/>
                <a:cs typeface="+mn-lt"/>
              </a:rPr>
              <a:t>In each part, we'll step through examples together, followed by discussion and suggested exercises for you to try.</a:t>
            </a:r>
          </a:p>
          <a:p>
            <a:r>
              <a:rPr lang="en-US" dirty="0">
                <a:ea typeface="+mn-lt"/>
                <a:cs typeface="+mn-lt"/>
              </a:rPr>
              <a:t>Given the diversity of analysis approaches and stages people will be at with their analysis, any and all questions are welcome! Exercises are 'suggested', so feel free to adjust them to ones that closer match your analysis plans.</a:t>
            </a:r>
          </a:p>
          <a:p>
            <a:r>
              <a:rPr lang="en-US" dirty="0">
                <a:ea typeface="+mn-lt"/>
                <a:cs typeface="+mn-lt"/>
              </a:rPr>
              <a:t>Similarly, if you have your own project file, please feel free to try the exercises with it instead.</a:t>
            </a:r>
            <a:endParaRPr lang="en-US" dirty="0"/>
          </a:p>
        </p:txBody>
      </p:sp>
      <p:sp>
        <p:nvSpPr>
          <p:cNvPr id="4" name="Slide Number Placeholder 3">
            <a:extLst>
              <a:ext uri="{FF2B5EF4-FFF2-40B4-BE49-F238E27FC236}">
                <a16:creationId xmlns:a16="http://schemas.microsoft.com/office/drawing/2014/main" id="{97CD5C43-6425-6886-2E31-B5E3344B5C60}"/>
              </a:ext>
            </a:extLst>
          </p:cNvPr>
          <p:cNvSpPr>
            <a:spLocks noGrp="1"/>
          </p:cNvSpPr>
          <p:nvPr>
            <p:ph type="sldNum" sz="quarter" idx="12"/>
          </p:nvPr>
        </p:nvSpPr>
        <p:spPr/>
        <p:txBody>
          <a:bodyPr/>
          <a:lstStyle/>
          <a:p>
            <a:fld id="{CC057153-B650-4DEB-B370-79DDCFDCE934}" type="slidenum">
              <a:rPr lang="en-US" dirty="0"/>
              <a:t>3</a:t>
            </a:fld>
            <a:endParaRPr lang="en-US"/>
          </a:p>
        </p:txBody>
      </p:sp>
    </p:spTree>
    <p:extLst>
      <p:ext uri="{BB962C8B-B14F-4D97-AF65-F5344CB8AC3E}">
        <p14:creationId xmlns:p14="http://schemas.microsoft.com/office/powerpoint/2010/main" val="3825418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64C6D-21BE-A0A6-2D3E-639EE46FE4F9}"/>
              </a:ext>
            </a:extLst>
          </p:cNvPr>
          <p:cNvSpPr>
            <a:spLocks noGrp="1"/>
          </p:cNvSpPr>
          <p:nvPr>
            <p:ph type="title"/>
          </p:nvPr>
        </p:nvSpPr>
        <p:spPr/>
        <p:txBody>
          <a:bodyPr/>
          <a:lstStyle/>
          <a:p>
            <a:r>
              <a:rPr lang="en-US"/>
              <a:t>Slaying "QDAS Zombies" (Jackson et al 2018)</a:t>
            </a:r>
          </a:p>
        </p:txBody>
      </p:sp>
      <p:sp>
        <p:nvSpPr>
          <p:cNvPr id="7" name="Content Placeholder 6">
            <a:extLst>
              <a:ext uri="{FF2B5EF4-FFF2-40B4-BE49-F238E27FC236}">
                <a16:creationId xmlns:a16="http://schemas.microsoft.com/office/drawing/2014/main" id="{76E27E57-DE4B-B4FA-A540-1381870A3A10}"/>
              </a:ext>
            </a:extLst>
          </p:cNvPr>
          <p:cNvSpPr>
            <a:spLocks noGrp="1"/>
          </p:cNvSpPr>
          <p:nvPr>
            <p:ph idx="1"/>
          </p:nvPr>
        </p:nvSpPr>
        <p:spPr/>
        <p:txBody>
          <a:bodyPr vert="horz" lIns="91440" tIns="45720" rIns="91440" bIns="45720" rtlCol="0" anchor="t">
            <a:normAutofit fontScale="92500" lnSpcReduction="10000"/>
          </a:bodyPr>
          <a:lstStyle/>
          <a:p>
            <a:pPr marL="457200" indent="-457200">
              <a:buAutoNum type="arabicPeriod"/>
            </a:pPr>
            <a:r>
              <a:rPr lang="en-US" dirty="0"/>
              <a:t>Separation/Distancing</a:t>
            </a:r>
          </a:p>
          <a:p>
            <a:pPr marL="457200" indent="-457200">
              <a:buAutoNum type="arabicPeriod"/>
            </a:pPr>
            <a:r>
              <a:rPr lang="en-US" dirty="0" err="1"/>
              <a:t>Homogenisation</a:t>
            </a:r>
            <a:r>
              <a:rPr lang="en-US" dirty="0"/>
              <a:t>/</a:t>
            </a:r>
            <a:r>
              <a:rPr lang="en-US" dirty="0" err="1"/>
              <a:t>Standarding</a:t>
            </a:r>
            <a:endParaRPr lang="en-US" dirty="0"/>
          </a:p>
          <a:p>
            <a:pPr marL="457200" indent="-457200">
              <a:buAutoNum type="arabicPeriod"/>
            </a:pPr>
            <a:r>
              <a:rPr lang="en-US" dirty="0" err="1"/>
              <a:t>Mechanisation</a:t>
            </a:r>
            <a:r>
              <a:rPr lang="en-US" dirty="0"/>
              <a:t>/</a:t>
            </a:r>
            <a:r>
              <a:rPr lang="en-US" dirty="0" err="1"/>
              <a:t>Dehumanising</a:t>
            </a:r>
            <a:endParaRPr lang="en-US" dirty="0"/>
          </a:p>
          <a:p>
            <a:pPr marL="457200" indent="-457200">
              <a:buAutoNum type="arabicPeriod"/>
            </a:pPr>
            <a:r>
              <a:rPr lang="en-US" dirty="0"/>
              <a:t>Quantification/</a:t>
            </a:r>
            <a:r>
              <a:rPr lang="en-US" dirty="0" err="1"/>
              <a:t>Decontextualising</a:t>
            </a:r>
            <a:endParaRPr lang="en-US" dirty="0"/>
          </a:p>
          <a:p>
            <a:pPr marL="0" indent="0">
              <a:buNone/>
            </a:pPr>
            <a:r>
              <a:rPr lang="en-US" dirty="0"/>
              <a:t>These critiques originated during early development of QDAS when it had minimal features. Despite the situation they assume being long gone, the critiques persist as zombies, scaring new users off. This is not helped by 'methods-first' (Jackson &amp; </a:t>
            </a:r>
            <a:r>
              <a:rPr lang="en-US" dirty="0" err="1"/>
              <a:t>Bazeley</a:t>
            </a:r>
            <a:r>
              <a:rPr lang="en-US" dirty="0"/>
              <a:t> 2019) learning and how intimidating the software can be at first.</a:t>
            </a:r>
          </a:p>
          <a:p>
            <a:pPr marL="0" indent="0">
              <a:buNone/>
            </a:pPr>
            <a:r>
              <a:rPr lang="en-US" dirty="0"/>
              <a:t>Today we will be covering how QDAS is actual 'additive' rather than 'reductive', providing flexible tools for </a:t>
            </a:r>
            <a:r>
              <a:rPr lang="en-US" dirty="0" err="1"/>
              <a:t>organising</a:t>
            </a:r>
            <a:r>
              <a:rPr lang="en-US" dirty="0"/>
              <a:t>, navigating, and iteratively developing your analysis. It </a:t>
            </a:r>
            <a:r>
              <a:rPr lang="en-US" dirty="0">
                <a:ea typeface="+mn-lt"/>
                <a:cs typeface="+mn-lt"/>
              </a:rPr>
              <a:t>diversifies analysis options, </a:t>
            </a:r>
            <a:r>
              <a:rPr lang="en-US" dirty="0"/>
              <a:t>makes new connections, closes distances across data, and </a:t>
            </a:r>
            <a:r>
              <a:rPr lang="en-US" dirty="0" err="1">
                <a:ea typeface="+mn-lt"/>
                <a:cs typeface="+mn-lt"/>
              </a:rPr>
              <a:t>recontextualises</a:t>
            </a:r>
            <a:r>
              <a:rPr lang="en-US" dirty="0">
                <a:ea typeface="+mn-lt"/>
                <a:cs typeface="+mn-lt"/>
              </a:rPr>
              <a:t> sources and emerging themes.</a:t>
            </a:r>
          </a:p>
          <a:p>
            <a:pPr marL="0" indent="0">
              <a:buNone/>
            </a:pPr>
            <a:endParaRPr lang="en-US" dirty="0"/>
          </a:p>
          <a:p>
            <a:pPr marL="0" indent="0">
              <a:buNone/>
            </a:pPr>
            <a:endParaRPr lang="en-US" dirty="0"/>
          </a:p>
        </p:txBody>
      </p:sp>
      <p:sp>
        <p:nvSpPr>
          <p:cNvPr id="5" name="Date Placeholder 4">
            <a:extLst>
              <a:ext uri="{FF2B5EF4-FFF2-40B4-BE49-F238E27FC236}">
                <a16:creationId xmlns:a16="http://schemas.microsoft.com/office/drawing/2014/main" id="{3735378F-90D0-9711-A0B1-EDF0B13191D1}"/>
              </a:ext>
            </a:extLst>
          </p:cNvPr>
          <p:cNvSpPr>
            <a:spLocks noGrp="1"/>
          </p:cNvSpPr>
          <p:nvPr>
            <p:ph type="dt" sz="half" idx="10"/>
          </p:nvPr>
        </p:nvSpPr>
        <p:spPr/>
        <p:txBody>
          <a:bodyPr/>
          <a:lstStyle/>
          <a:p>
            <a:fld id="{FC99232C-7A31-4DE3-8354-72B8CB596A2E}" type="datetime1">
              <a:t>2/8/2025</a:t>
            </a:fld>
            <a:endParaRPr lang="en-US" dirty="0"/>
          </a:p>
        </p:txBody>
      </p:sp>
      <p:sp>
        <p:nvSpPr>
          <p:cNvPr id="6" name="Slide Number Placeholder 5">
            <a:extLst>
              <a:ext uri="{FF2B5EF4-FFF2-40B4-BE49-F238E27FC236}">
                <a16:creationId xmlns:a16="http://schemas.microsoft.com/office/drawing/2014/main" id="{1C0665E1-110F-8E9A-356A-E755EF2F48DF}"/>
              </a:ext>
            </a:extLst>
          </p:cNvPr>
          <p:cNvSpPr>
            <a:spLocks noGrp="1"/>
          </p:cNvSpPr>
          <p:nvPr>
            <p:ph type="sldNum" sz="quarter" idx="12"/>
          </p:nvPr>
        </p:nvSpPr>
        <p:spPr/>
        <p:txBody>
          <a:bodyPr/>
          <a:lstStyle/>
          <a:p>
            <a:fld id="{CC057153-B650-4DEB-B370-79DDCFDCE934}" type="slidenum">
              <a:rPr lang="en-US" dirty="0"/>
              <a:t>4</a:t>
            </a:fld>
            <a:endParaRPr lang="en-US" dirty="0"/>
          </a:p>
        </p:txBody>
      </p:sp>
    </p:spTree>
    <p:extLst>
      <p:ext uri="{BB962C8B-B14F-4D97-AF65-F5344CB8AC3E}">
        <p14:creationId xmlns:p14="http://schemas.microsoft.com/office/powerpoint/2010/main" val="4249678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4CF17-AD0B-463D-C8B7-19C4A74F5EF5}"/>
              </a:ext>
            </a:extLst>
          </p:cNvPr>
          <p:cNvSpPr>
            <a:spLocks noGrp="1"/>
          </p:cNvSpPr>
          <p:nvPr>
            <p:ph type="title"/>
          </p:nvPr>
        </p:nvSpPr>
        <p:spPr>
          <a:xfrm>
            <a:off x="612648" y="548640"/>
            <a:ext cx="10653578" cy="1132258"/>
          </a:xfrm>
        </p:spPr>
        <p:txBody>
          <a:bodyPr anchor="t">
            <a:normAutofit/>
          </a:bodyPr>
          <a:lstStyle/>
          <a:p>
            <a:r>
              <a:rPr lang="en-US" dirty="0"/>
              <a:t>Session Overview</a:t>
            </a:r>
          </a:p>
        </p:txBody>
      </p:sp>
      <p:sp>
        <p:nvSpPr>
          <p:cNvPr id="4" name="Date Placeholder 3">
            <a:extLst>
              <a:ext uri="{FF2B5EF4-FFF2-40B4-BE49-F238E27FC236}">
                <a16:creationId xmlns:a16="http://schemas.microsoft.com/office/drawing/2014/main" id="{3200C13D-7082-ABB9-FE61-78EF1B51E52D}"/>
              </a:ext>
            </a:extLst>
          </p:cNvPr>
          <p:cNvSpPr>
            <a:spLocks noGrp="1"/>
          </p:cNvSpPr>
          <p:nvPr>
            <p:ph type="dt" sz="half" idx="10"/>
          </p:nvPr>
        </p:nvSpPr>
        <p:spPr>
          <a:xfrm>
            <a:off x="137160" y="6453002"/>
            <a:ext cx="3494314" cy="365125"/>
          </a:xfrm>
        </p:spPr>
        <p:txBody>
          <a:bodyPr anchor="ctr">
            <a:normAutofit/>
          </a:bodyPr>
          <a:lstStyle/>
          <a:p>
            <a:pPr>
              <a:spcAft>
                <a:spcPts val="600"/>
              </a:spcAft>
            </a:pPr>
            <a:fld id="{C4AE43ED-00C1-4498-8E8B-FCEE12A23D5D}" type="datetime1">
              <a:pPr>
                <a:spcAft>
                  <a:spcPts val="600"/>
                </a:spcAft>
              </a:pPr>
              <a:t>2/8/2025</a:t>
            </a:fld>
            <a:endParaRPr lang="en-US"/>
          </a:p>
        </p:txBody>
      </p:sp>
      <p:sp>
        <p:nvSpPr>
          <p:cNvPr id="9" name="Slide Number Placeholder 8">
            <a:extLst>
              <a:ext uri="{FF2B5EF4-FFF2-40B4-BE49-F238E27FC236}">
                <a16:creationId xmlns:a16="http://schemas.microsoft.com/office/drawing/2014/main" id="{D89E01B5-B4BD-DBF5-F064-61E6A15064F4}"/>
              </a:ext>
            </a:extLst>
          </p:cNvPr>
          <p:cNvSpPr>
            <a:spLocks noGrp="1"/>
          </p:cNvSpPr>
          <p:nvPr>
            <p:ph type="sldNum" sz="quarter" idx="12"/>
          </p:nvPr>
        </p:nvSpPr>
        <p:spPr>
          <a:xfrm>
            <a:off x="11632162" y="6453002"/>
            <a:ext cx="429207" cy="365125"/>
          </a:xfrm>
        </p:spPr>
        <p:txBody>
          <a:bodyPr anchor="ctr">
            <a:normAutofit/>
          </a:bodyPr>
          <a:lstStyle/>
          <a:p>
            <a:pPr>
              <a:spcAft>
                <a:spcPts val="600"/>
              </a:spcAft>
            </a:pPr>
            <a:fld id="{CC057153-B650-4DEB-B370-79DDCFDCE934}" type="slidenum">
              <a:rPr lang="en-US" dirty="0"/>
              <a:pPr>
                <a:spcAft>
                  <a:spcPts val="600"/>
                </a:spcAft>
              </a:pPr>
              <a:t>5</a:t>
            </a:fld>
            <a:endParaRPr lang="en-US"/>
          </a:p>
        </p:txBody>
      </p:sp>
      <p:graphicFrame>
        <p:nvGraphicFramePr>
          <p:cNvPr id="11" name="Content Placeholder 2">
            <a:extLst>
              <a:ext uri="{FF2B5EF4-FFF2-40B4-BE49-F238E27FC236}">
                <a16:creationId xmlns:a16="http://schemas.microsoft.com/office/drawing/2014/main" id="{48006A4B-0CB7-F050-45BB-58BB999E02DF}"/>
              </a:ext>
            </a:extLst>
          </p:cNvPr>
          <p:cNvGraphicFramePr>
            <a:graphicFrameLocks noGrp="1"/>
          </p:cNvGraphicFramePr>
          <p:nvPr>
            <p:ph idx="1"/>
            <p:extLst>
              <p:ext uri="{D42A27DB-BD31-4B8C-83A1-F6EECF244321}">
                <p14:modId xmlns:p14="http://schemas.microsoft.com/office/powerpoint/2010/main" val="290434155"/>
              </p:ext>
            </p:extLst>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69470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14992-ADBE-F9EC-E917-84EC484E4D0D}"/>
              </a:ext>
            </a:extLst>
          </p:cNvPr>
          <p:cNvSpPr>
            <a:spLocks noGrp="1"/>
          </p:cNvSpPr>
          <p:nvPr>
            <p:ph type="title"/>
          </p:nvPr>
        </p:nvSpPr>
        <p:spPr>
          <a:xfrm>
            <a:off x="612648" y="548640"/>
            <a:ext cx="10741152" cy="1132258"/>
          </a:xfrm>
        </p:spPr>
        <p:txBody>
          <a:bodyPr anchor="t">
            <a:normAutofit/>
          </a:bodyPr>
          <a:lstStyle/>
          <a:p>
            <a:r>
              <a:rPr lang="en-US"/>
              <a:t>It's not you, it's NVivo!</a:t>
            </a:r>
          </a:p>
        </p:txBody>
      </p:sp>
      <p:sp>
        <p:nvSpPr>
          <p:cNvPr id="11" name="Content Placeholder 2">
            <a:extLst>
              <a:ext uri="{FF2B5EF4-FFF2-40B4-BE49-F238E27FC236}">
                <a16:creationId xmlns:a16="http://schemas.microsoft.com/office/drawing/2014/main" id="{B0FC8DDD-8F50-43C9-292E-70F85FC7A3A4}"/>
              </a:ext>
            </a:extLst>
          </p:cNvPr>
          <p:cNvSpPr>
            <a:spLocks noGrp="1"/>
          </p:cNvSpPr>
          <p:nvPr>
            <p:ph sz="half" idx="1"/>
          </p:nvPr>
        </p:nvSpPr>
        <p:spPr>
          <a:xfrm>
            <a:off x="612648" y="1825625"/>
            <a:ext cx="5181600" cy="4351338"/>
          </a:xfrm>
        </p:spPr>
        <p:txBody>
          <a:bodyPr vert="horz" lIns="91440" tIns="45720" rIns="91440" bIns="45720" rtlCol="0" anchor="t">
            <a:normAutofit fontScale="92500"/>
          </a:bodyPr>
          <a:lstStyle/>
          <a:p>
            <a:pPr marL="0" indent="0">
              <a:buNone/>
            </a:pPr>
            <a:r>
              <a:rPr lang="en-US" dirty="0"/>
              <a:t>The ugly clunky user interface makes NVivo look (and initially feel) overly complex, when under the hood it is fairly simple.</a:t>
            </a:r>
          </a:p>
          <a:p>
            <a:pPr marL="0" indent="0">
              <a:buNone/>
            </a:pPr>
            <a:r>
              <a:rPr lang="en-US" dirty="0"/>
              <a:t>NVivo stores everything in tables, the interface merely controls what data is added to the tables and displayed from them.</a:t>
            </a:r>
          </a:p>
          <a:p>
            <a:pPr marL="0" indent="0">
              <a:buNone/>
            </a:pPr>
            <a:r>
              <a:rPr lang="en-US" dirty="0"/>
              <a:t>Majority of what you will need is there, and despite the crashes and needless confusions caused by the UI, it is still </a:t>
            </a:r>
            <a:r>
              <a:rPr lang="en-US" b="1" i="1" dirty="0"/>
              <a:t>far</a:t>
            </a:r>
            <a:r>
              <a:rPr lang="en-US" dirty="0"/>
              <a:t> superior to pen and paper (or playing </a:t>
            </a:r>
            <a:r>
              <a:rPr lang="en-US" err="1"/>
              <a:t>jenga</a:t>
            </a:r>
            <a:r>
              <a:rPr lang="en-US" dirty="0"/>
              <a:t> with quotes in Excel/Word)</a:t>
            </a:r>
          </a:p>
        </p:txBody>
      </p:sp>
      <p:pic>
        <p:nvPicPr>
          <p:cNvPr id="6" name="Content Placeholder 5" descr="A screenshot of a table&#10;&#10;Description automatically generated">
            <a:extLst>
              <a:ext uri="{FF2B5EF4-FFF2-40B4-BE49-F238E27FC236}">
                <a16:creationId xmlns:a16="http://schemas.microsoft.com/office/drawing/2014/main" id="{1C0131DD-91A5-D901-38CF-0605D0AC72B5}"/>
              </a:ext>
            </a:extLst>
          </p:cNvPr>
          <p:cNvPicPr>
            <a:picLocks noGrp="1" noChangeAspect="1"/>
          </p:cNvPicPr>
          <p:nvPr>
            <p:ph sz="half" idx="2"/>
          </p:nvPr>
        </p:nvPicPr>
        <p:blipFill>
          <a:blip r:embed="rId2"/>
          <a:stretch>
            <a:fillRect/>
          </a:stretch>
        </p:blipFill>
        <p:spPr>
          <a:xfrm>
            <a:off x="6311691" y="1825625"/>
            <a:ext cx="4902617" cy="4351338"/>
          </a:xfrm>
          <a:noFill/>
        </p:spPr>
      </p:pic>
      <p:sp>
        <p:nvSpPr>
          <p:cNvPr id="4" name="Date Placeholder 3">
            <a:extLst>
              <a:ext uri="{FF2B5EF4-FFF2-40B4-BE49-F238E27FC236}">
                <a16:creationId xmlns:a16="http://schemas.microsoft.com/office/drawing/2014/main" id="{B6AAD6EF-2A29-2CC2-2E31-9E8CD0ABD3F1}"/>
              </a:ext>
            </a:extLst>
          </p:cNvPr>
          <p:cNvSpPr>
            <a:spLocks noGrp="1"/>
          </p:cNvSpPr>
          <p:nvPr>
            <p:ph type="dt" sz="half" idx="10"/>
          </p:nvPr>
        </p:nvSpPr>
        <p:spPr>
          <a:xfrm>
            <a:off x="137160" y="6453002"/>
            <a:ext cx="3494314" cy="365125"/>
          </a:xfrm>
        </p:spPr>
        <p:txBody>
          <a:bodyPr anchor="ctr">
            <a:normAutofit/>
          </a:bodyPr>
          <a:lstStyle/>
          <a:p>
            <a:pPr>
              <a:spcAft>
                <a:spcPts val="600"/>
              </a:spcAft>
            </a:pPr>
            <a:fld id="{BB6AAFF5-A42D-45E0-B318-813554D74BBD}" type="datetime1">
              <a:pPr>
                <a:spcAft>
                  <a:spcPts val="600"/>
                </a:spcAft>
              </a:pPr>
              <a:t>2/8/2025</a:t>
            </a:fld>
            <a:endParaRPr lang="en-US"/>
          </a:p>
        </p:txBody>
      </p:sp>
      <p:sp>
        <p:nvSpPr>
          <p:cNvPr id="5" name="Slide Number Placeholder 4">
            <a:extLst>
              <a:ext uri="{FF2B5EF4-FFF2-40B4-BE49-F238E27FC236}">
                <a16:creationId xmlns:a16="http://schemas.microsoft.com/office/drawing/2014/main" id="{A4D431A1-2BEA-1439-BA36-042FA220D3BC}"/>
              </a:ext>
            </a:extLst>
          </p:cNvPr>
          <p:cNvSpPr>
            <a:spLocks noGrp="1"/>
          </p:cNvSpPr>
          <p:nvPr>
            <p:ph type="sldNum" sz="quarter" idx="12"/>
          </p:nvPr>
        </p:nvSpPr>
        <p:spPr>
          <a:xfrm>
            <a:off x="11632162" y="6453002"/>
            <a:ext cx="429207" cy="365125"/>
          </a:xfrm>
        </p:spPr>
        <p:txBody>
          <a:bodyPr anchor="ctr">
            <a:normAutofit/>
          </a:bodyPr>
          <a:lstStyle/>
          <a:p>
            <a:pPr>
              <a:spcAft>
                <a:spcPts val="600"/>
              </a:spcAft>
            </a:pPr>
            <a:fld id="{CC057153-B650-4DEB-B370-79DDCFDCE934}" type="slidenum">
              <a:rPr lang="en-US" dirty="0"/>
              <a:pPr>
                <a:spcAft>
                  <a:spcPts val="600"/>
                </a:spcAft>
              </a:pPr>
              <a:t>6</a:t>
            </a:fld>
            <a:endParaRPr lang="en-US"/>
          </a:p>
        </p:txBody>
      </p:sp>
    </p:spTree>
    <p:extLst>
      <p:ext uri="{BB962C8B-B14F-4D97-AF65-F5344CB8AC3E}">
        <p14:creationId xmlns:p14="http://schemas.microsoft.com/office/powerpoint/2010/main" val="2970639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B9642-756F-D723-5B74-AEACC79148ED}"/>
              </a:ext>
            </a:extLst>
          </p:cNvPr>
          <p:cNvSpPr>
            <a:spLocks noGrp="1"/>
          </p:cNvSpPr>
          <p:nvPr>
            <p:ph type="title"/>
          </p:nvPr>
        </p:nvSpPr>
        <p:spPr/>
        <p:txBody>
          <a:bodyPr/>
          <a:lstStyle/>
          <a:p>
            <a:r>
              <a:rPr lang="en-US" dirty="0"/>
              <a:t>NVivo Fails (and apologies)</a:t>
            </a:r>
          </a:p>
        </p:txBody>
      </p:sp>
      <p:sp>
        <p:nvSpPr>
          <p:cNvPr id="3" name="Content Placeholder 2">
            <a:extLst>
              <a:ext uri="{FF2B5EF4-FFF2-40B4-BE49-F238E27FC236}">
                <a16:creationId xmlns:a16="http://schemas.microsoft.com/office/drawing/2014/main" id="{CE34B6EE-92EE-3C5A-719E-96F52AB72B70}"/>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NVivo project files are not backwards compatible. My university only has NVivo 14, whereas University of Dundee only has NVivo 12 and NVivo release 1 (oddly named to avoid 'NVivo 13'). As a result, I had to abandon plans and guides based on a pre-setup project file for the session. </a:t>
            </a:r>
            <a:endParaRPr lang="en-US" dirty="0"/>
          </a:p>
          <a:p>
            <a:pPr marL="0" indent="0">
              <a:buNone/>
            </a:pPr>
            <a:r>
              <a:rPr lang="en-US" dirty="0">
                <a:ea typeface="+mn-lt"/>
                <a:cs typeface="+mn-lt"/>
              </a:rPr>
              <a:t>However, we are using data from the Qualitative Election Study of Britain (</a:t>
            </a:r>
            <a:r>
              <a:rPr lang="en-US" dirty="0">
                <a:ea typeface="+mn-lt"/>
                <a:cs typeface="+mn-lt"/>
                <a:hlinkClick r:id="rId2"/>
              </a:rPr>
              <a:t>qesb.info</a:t>
            </a:r>
            <a:r>
              <a:rPr lang="en-US" dirty="0">
                <a:ea typeface="+mn-lt"/>
                <a:cs typeface="+mn-lt"/>
              </a:rPr>
              <a:t>), which. Thank you(!!!) as well to the morning session attendees who have shared their project files, which have been merged to create the project file for this afternoon's session.</a:t>
            </a:r>
            <a:endParaRPr lang="en-US" dirty="0"/>
          </a:p>
          <a:p>
            <a:pPr marL="0" indent="0">
              <a:buNone/>
            </a:pPr>
            <a:r>
              <a:rPr lang="en-US" dirty="0">
                <a:ea typeface="+mn-lt"/>
                <a:cs typeface="+mn-lt"/>
              </a:rPr>
              <a:t>Combined, this data and initial project setup are ideal for demonstrating and practicing more advanced NVivo features and concepts. </a:t>
            </a:r>
            <a:endParaRPr lang="en-US"/>
          </a:p>
        </p:txBody>
      </p:sp>
      <p:sp>
        <p:nvSpPr>
          <p:cNvPr id="5" name="Date Placeholder 4">
            <a:extLst>
              <a:ext uri="{FF2B5EF4-FFF2-40B4-BE49-F238E27FC236}">
                <a16:creationId xmlns:a16="http://schemas.microsoft.com/office/drawing/2014/main" id="{BC93C4CC-8D33-3D5F-56ED-7CB4C69101A1}"/>
              </a:ext>
            </a:extLst>
          </p:cNvPr>
          <p:cNvSpPr>
            <a:spLocks noGrp="1"/>
          </p:cNvSpPr>
          <p:nvPr>
            <p:ph type="dt" sz="half" idx="10"/>
          </p:nvPr>
        </p:nvSpPr>
        <p:spPr/>
        <p:txBody>
          <a:bodyPr/>
          <a:lstStyle/>
          <a:p>
            <a:fld id="{3BD38390-8BF1-4E67-A4C3-70D46EDF456B}" type="datetime1">
              <a:t>2/8/2025</a:t>
            </a:fld>
            <a:endParaRPr lang="en-US" dirty="0"/>
          </a:p>
        </p:txBody>
      </p:sp>
      <p:sp>
        <p:nvSpPr>
          <p:cNvPr id="6" name="Slide Number Placeholder 5">
            <a:extLst>
              <a:ext uri="{FF2B5EF4-FFF2-40B4-BE49-F238E27FC236}">
                <a16:creationId xmlns:a16="http://schemas.microsoft.com/office/drawing/2014/main" id="{D1DE586A-496A-5FF3-E1A2-9C70B1018BB8}"/>
              </a:ext>
            </a:extLst>
          </p:cNvPr>
          <p:cNvSpPr>
            <a:spLocks noGrp="1"/>
          </p:cNvSpPr>
          <p:nvPr>
            <p:ph type="sldNum" sz="quarter" idx="12"/>
          </p:nvPr>
        </p:nvSpPr>
        <p:spPr/>
        <p:txBody>
          <a:bodyPr/>
          <a:lstStyle/>
          <a:p>
            <a:fld id="{CC057153-B650-4DEB-B370-79DDCFDCE934}" type="slidenum">
              <a:rPr lang="en-US" dirty="0"/>
              <a:t>7</a:t>
            </a:fld>
            <a:endParaRPr lang="en-US" dirty="0"/>
          </a:p>
        </p:txBody>
      </p:sp>
    </p:spTree>
    <p:extLst>
      <p:ext uri="{BB962C8B-B14F-4D97-AF65-F5344CB8AC3E}">
        <p14:creationId xmlns:p14="http://schemas.microsoft.com/office/powerpoint/2010/main" val="4278152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D670C-7184-710D-10F6-BD9AEC44E307}"/>
              </a:ext>
            </a:extLst>
          </p:cNvPr>
          <p:cNvSpPr>
            <a:spLocks noGrp="1"/>
          </p:cNvSpPr>
          <p:nvPr>
            <p:ph type="title"/>
          </p:nvPr>
        </p:nvSpPr>
        <p:spPr/>
        <p:txBody>
          <a:bodyPr/>
          <a:lstStyle/>
          <a:p>
            <a:r>
              <a:rPr lang="en-US" b="0">
                <a:ea typeface="+mj-lt"/>
                <a:cs typeface="+mj-lt"/>
              </a:rPr>
              <a:t>Part 1: Refining and Developing Coding (45 min)</a:t>
            </a:r>
            <a:endParaRPr lang="en-US"/>
          </a:p>
        </p:txBody>
      </p:sp>
      <p:sp>
        <p:nvSpPr>
          <p:cNvPr id="3" name="Content Placeholder 2">
            <a:extLst>
              <a:ext uri="{FF2B5EF4-FFF2-40B4-BE49-F238E27FC236}">
                <a16:creationId xmlns:a16="http://schemas.microsoft.com/office/drawing/2014/main" id="{AA162820-40D0-3E43-9F9F-4FB3439F51A4}"/>
              </a:ext>
            </a:extLst>
          </p:cNvPr>
          <p:cNvSpPr>
            <a:spLocks noGrp="1"/>
          </p:cNvSpPr>
          <p:nvPr>
            <p:ph idx="1"/>
          </p:nvPr>
        </p:nvSpPr>
        <p:spPr/>
        <p:txBody>
          <a:bodyPr vert="horz" lIns="91440" tIns="45720" rIns="91440" bIns="45720" rtlCol="0" anchor="t">
            <a:normAutofit/>
          </a:bodyPr>
          <a:lstStyle/>
          <a:p>
            <a:r>
              <a:rPr lang="en-US" dirty="0">
                <a:ea typeface="+mn-lt"/>
                <a:cs typeface="+mn-lt"/>
              </a:rPr>
              <a:t>Auto-coding by structure and speakers</a:t>
            </a:r>
          </a:p>
          <a:p>
            <a:pPr lvl="1">
              <a:buFont typeface="Courier New" panose="020B0604020202020204" pitchFamily="34" charset="0"/>
              <a:buChar char="o"/>
            </a:pPr>
            <a:r>
              <a:rPr lang="en-US" dirty="0">
                <a:ea typeface="+mn-lt"/>
                <a:cs typeface="+mn-lt"/>
              </a:rPr>
              <a:t>Example: Auto-coding to create 'interviewer' cases, that can use to exclude data from queries.</a:t>
            </a:r>
          </a:p>
          <a:p>
            <a:r>
              <a:rPr lang="en-US" dirty="0">
                <a:ea typeface="+mn-lt"/>
                <a:cs typeface="+mn-lt"/>
              </a:rPr>
              <a:t>Sets, "Org-Nodes", and matrix queries</a:t>
            </a:r>
          </a:p>
          <a:p>
            <a:pPr lvl="1">
              <a:buFont typeface="Courier New" panose="020B0604020202020204" pitchFamily="34" charset="0"/>
              <a:buChar char="o"/>
            </a:pPr>
            <a:r>
              <a:rPr lang="en-US" dirty="0">
                <a:ea typeface="+mn-lt"/>
                <a:cs typeface="+mn-lt"/>
              </a:rPr>
              <a:t>Example: Creating </a:t>
            </a:r>
            <a:r>
              <a:rPr lang="en-US" dirty="0" err="1">
                <a:ea typeface="+mn-lt"/>
                <a:cs typeface="+mn-lt"/>
              </a:rPr>
              <a:t>organisation</a:t>
            </a:r>
            <a:r>
              <a:rPr lang="en-US" dirty="0">
                <a:ea typeface="+mn-lt"/>
                <a:cs typeface="+mn-lt"/>
              </a:rPr>
              <a:t> nodes for 'golden', important, and uncertain codes – combining set sources coded with a matrix query.</a:t>
            </a:r>
          </a:p>
          <a:p>
            <a:r>
              <a:rPr lang="en-US" dirty="0">
                <a:ea typeface="+mn-lt"/>
                <a:cs typeface="+mn-lt"/>
              </a:rPr>
              <a:t>Node memos and group queries</a:t>
            </a:r>
          </a:p>
          <a:p>
            <a:pPr lvl="1">
              <a:buFont typeface="Courier New" panose="020B0604020202020204" pitchFamily="34" charset="0"/>
              <a:buChar char="o"/>
            </a:pPr>
            <a:r>
              <a:rPr lang="en-US" dirty="0">
                <a:ea typeface="+mn-lt"/>
                <a:cs typeface="+mn-lt"/>
              </a:rPr>
              <a:t>Example: Using structured node memos to reflect on initial coding, and using group query to find all 'see also' links in memos.</a:t>
            </a:r>
          </a:p>
        </p:txBody>
      </p:sp>
      <p:sp>
        <p:nvSpPr>
          <p:cNvPr id="4" name="Date Placeholder 3">
            <a:extLst>
              <a:ext uri="{FF2B5EF4-FFF2-40B4-BE49-F238E27FC236}">
                <a16:creationId xmlns:a16="http://schemas.microsoft.com/office/drawing/2014/main" id="{6421D5D0-DA55-E4F2-3ECF-C1622774B984}"/>
              </a:ext>
            </a:extLst>
          </p:cNvPr>
          <p:cNvSpPr>
            <a:spLocks noGrp="1"/>
          </p:cNvSpPr>
          <p:nvPr>
            <p:ph type="dt" sz="half" idx="10"/>
          </p:nvPr>
        </p:nvSpPr>
        <p:spPr/>
        <p:txBody>
          <a:bodyPr/>
          <a:lstStyle/>
          <a:p>
            <a:fld id="{25D0F75D-7B9B-4494-BE56-248B61E6E313}" type="datetime1">
              <a:t>2/8/2025</a:t>
            </a:fld>
            <a:endParaRPr lang="en-US" dirty="0"/>
          </a:p>
        </p:txBody>
      </p:sp>
      <p:sp>
        <p:nvSpPr>
          <p:cNvPr id="5" name="Slide Number Placeholder 4">
            <a:extLst>
              <a:ext uri="{FF2B5EF4-FFF2-40B4-BE49-F238E27FC236}">
                <a16:creationId xmlns:a16="http://schemas.microsoft.com/office/drawing/2014/main" id="{E8C5985B-3DE0-40A1-F596-01C23449C582}"/>
              </a:ext>
            </a:extLst>
          </p:cNvPr>
          <p:cNvSpPr>
            <a:spLocks noGrp="1"/>
          </p:cNvSpPr>
          <p:nvPr>
            <p:ph type="sldNum" sz="quarter" idx="12"/>
          </p:nvPr>
        </p:nvSpPr>
        <p:spPr/>
        <p:txBody>
          <a:bodyPr/>
          <a:lstStyle/>
          <a:p>
            <a:fld id="{CC057153-B650-4DEB-B370-79DDCFDCE934}" type="slidenum">
              <a:rPr lang="en-US" dirty="0"/>
              <a:t>8</a:t>
            </a:fld>
            <a:endParaRPr lang="en-US" dirty="0"/>
          </a:p>
        </p:txBody>
      </p:sp>
    </p:spTree>
    <p:extLst>
      <p:ext uri="{BB962C8B-B14F-4D97-AF65-F5344CB8AC3E}">
        <p14:creationId xmlns:p14="http://schemas.microsoft.com/office/powerpoint/2010/main" val="3999081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D670C-7184-710D-10F6-BD9AEC44E307}"/>
              </a:ext>
            </a:extLst>
          </p:cNvPr>
          <p:cNvSpPr>
            <a:spLocks noGrp="1"/>
          </p:cNvSpPr>
          <p:nvPr>
            <p:ph type="title"/>
          </p:nvPr>
        </p:nvSpPr>
        <p:spPr/>
        <p:txBody>
          <a:bodyPr/>
          <a:lstStyle/>
          <a:p>
            <a:r>
              <a:rPr lang="en-US" b="0">
                <a:ea typeface="+mj-lt"/>
                <a:cs typeface="+mj-lt"/>
              </a:rPr>
              <a:t>Part 1: Refining and Developing Coding (45 min)</a:t>
            </a:r>
            <a:endParaRPr lang="en-US"/>
          </a:p>
        </p:txBody>
      </p:sp>
      <p:sp>
        <p:nvSpPr>
          <p:cNvPr id="3" name="Content Placeholder 2">
            <a:extLst>
              <a:ext uri="{FF2B5EF4-FFF2-40B4-BE49-F238E27FC236}">
                <a16:creationId xmlns:a16="http://schemas.microsoft.com/office/drawing/2014/main" id="{AA162820-40D0-3E43-9F9F-4FB3439F51A4}"/>
              </a:ext>
            </a:extLst>
          </p:cNvPr>
          <p:cNvSpPr>
            <a:spLocks noGrp="1"/>
          </p:cNvSpPr>
          <p:nvPr>
            <p:ph idx="1"/>
          </p:nvPr>
        </p:nvSpPr>
        <p:spPr/>
        <p:txBody>
          <a:bodyPr vert="horz" lIns="91440" tIns="45720" rIns="91440" bIns="45720" rtlCol="0" anchor="t">
            <a:normAutofit/>
          </a:bodyPr>
          <a:lstStyle/>
          <a:p>
            <a:r>
              <a:rPr lang="en-US" dirty="0">
                <a:ea typeface="+mn-lt"/>
                <a:cs typeface="+mn-lt"/>
              </a:rPr>
              <a:t>Auto-coding by structure and speakers</a:t>
            </a:r>
          </a:p>
          <a:p>
            <a:pPr lvl="1">
              <a:buFont typeface="Courier New" panose="020B0604020202020204" pitchFamily="34" charset="0"/>
              <a:buChar char="o"/>
            </a:pPr>
            <a:r>
              <a:rPr lang="en-US" dirty="0">
                <a:ea typeface="+mn-lt"/>
                <a:cs typeface="+mn-lt"/>
              </a:rPr>
              <a:t>Suggested exercise: Auto-code the focus group and interview transcripts by section headings (Header 1). Code these into a new 'Sections' subfolder with node hierarchies for 'Interview' and 'Focus Group', merge any repeat nodes.</a:t>
            </a:r>
          </a:p>
          <a:p>
            <a:r>
              <a:rPr lang="en-US" dirty="0">
                <a:ea typeface="+mn-lt"/>
                <a:cs typeface="+mn-lt"/>
              </a:rPr>
              <a:t>Sets, "Org-Nodes", and matrix queries</a:t>
            </a:r>
          </a:p>
          <a:p>
            <a:pPr lvl="1">
              <a:buFont typeface="Courier New" panose="020B0604020202020204" pitchFamily="34" charset="0"/>
              <a:buChar char="o"/>
            </a:pPr>
            <a:r>
              <a:rPr lang="en-US" dirty="0">
                <a:ea typeface="+mn-lt"/>
                <a:cs typeface="+mn-lt"/>
              </a:rPr>
              <a:t>Suggested exercise: Create a set for nodes that overlap and could be combined, use this with a matrix query to help check.</a:t>
            </a:r>
          </a:p>
          <a:p>
            <a:r>
              <a:rPr lang="en-US" dirty="0">
                <a:ea typeface="+mn-lt"/>
                <a:cs typeface="+mn-lt"/>
              </a:rPr>
              <a:t>Node memos and group queries</a:t>
            </a:r>
          </a:p>
          <a:p>
            <a:pPr lvl="1">
              <a:buFont typeface="Courier New" panose="020B0604020202020204" pitchFamily="34" charset="0"/>
              <a:buChar char="o"/>
            </a:pPr>
            <a:r>
              <a:rPr lang="en-US" dirty="0">
                <a:ea typeface="+mn-lt"/>
                <a:cs typeface="+mn-lt"/>
              </a:rPr>
              <a:t>Suggested exercise: Auto-code the node memo using the section headers, or use the org-node matrix query to reflect on coding that may not fit with the node.</a:t>
            </a:r>
          </a:p>
        </p:txBody>
      </p:sp>
      <p:sp>
        <p:nvSpPr>
          <p:cNvPr id="4" name="Date Placeholder 3">
            <a:extLst>
              <a:ext uri="{FF2B5EF4-FFF2-40B4-BE49-F238E27FC236}">
                <a16:creationId xmlns:a16="http://schemas.microsoft.com/office/drawing/2014/main" id="{6421D5D0-DA55-E4F2-3ECF-C1622774B984}"/>
              </a:ext>
            </a:extLst>
          </p:cNvPr>
          <p:cNvSpPr>
            <a:spLocks noGrp="1"/>
          </p:cNvSpPr>
          <p:nvPr>
            <p:ph type="dt" sz="half" idx="10"/>
          </p:nvPr>
        </p:nvSpPr>
        <p:spPr/>
        <p:txBody>
          <a:bodyPr/>
          <a:lstStyle/>
          <a:p>
            <a:fld id="{25D0F75D-7B9B-4494-BE56-248B61E6E313}" type="datetime1">
              <a:t>2/8/2025</a:t>
            </a:fld>
            <a:endParaRPr lang="en-US" dirty="0"/>
          </a:p>
        </p:txBody>
      </p:sp>
      <p:sp>
        <p:nvSpPr>
          <p:cNvPr id="5" name="Slide Number Placeholder 4">
            <a:extLst>
              <a:ext uri="{FF2B5EF4-FFF2-40B4-BE49-F238E27FC236}">
                <a16:creationId xmlns:a16="http://schemas.microsoft.com/office/drawing/2014/main" id="{E8C5985B-3DE0-40A1-F596-01C23449C582}"/>
              </a:ext>
            </a:extLst>
          </p:cNvPr>
          <p:cNvSpPr>
            <a:spLocks noGrp="1"/>
          </p:cNvSpPr>
          <p:nvPr>
            <p:ph type="sldNum" sz="quarter" idx="12"/>
          </p:nvPr>
        </p:nvSpPr>
        <p:spPr/>
        <p:txBody>
          <a:bodyPr/>
          <a:lstStyle/>
          <a:p>
            <a:fld id="{CC057153-B650-4DEB-B370-79DDCFDCE934}" type="slidenum">
              <a:rPr lang="en-US" dirty="0"/>
              <a:t>9</a:t>
            </a:fld>
            <a:endParaRPr lang="en-US" dirty="0"/>
          </a:p>
        </p:txBody>
      </p:sp>
    </p:spTree>
    <p:extLst>
      <p:ext uri="{BB962C8B-B14F-4D97-AF65-F5344CB8AC3E}">
        <p14:creationId xmlns:p14="http://schemas.microsoft.com/office/powerpoint/2010/main" val="3660467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EB438-CC0F-1DFE-6006-07A03914E900}"/>
              </a:ext>
            </a:extLst>
          </p:cNvPr>
          <p:cNvSpPr>
            <a:spLocks noGrp="1"/>
          </p:cNvSpPr>
          <p:nvPr>
            <p:ph type="title"/>
          </p:nvPr>
        </p:nvSpPr>
        <p:spPr/>
        <p:txBody>
          <a:bodyPr/>
          <a:lstStyle/>
          <a:p>
            <a:r>
              <a:rPr lang="en-US" b="0">
                <a:ea typeface="+mj-lt"/>
                <a:cs typeface="+mj-lt"/>
              </a:rPr>
              <a:t>Part 2: Framework matrices and Query Results (45 min)</a:t>
            </a:r>
            <a:endParaRPr lang="en-US"/>
          </a:p>
        </p:txBody>
      </p:sp>
      <p:sp>
        <p:nvSpPr>
          <p:cNvPr id="3" name="Content Placeholder 2">
            <a:extLst>
              <a:ext uri="{FF2B5EF4-FFF2-40B4-BE49-F238E27FC236}">
                <a16:creationId xmlns:a16="http://schemas.microsoft.com/office/drawing/2014/main" id="{49F89E2A-0DFF-E43F-AF74-1D36D2513128}"/>
              </a:ext>
            </a:extLst>
          </p:cNvPr>
          <p:cNvSpPr>
            <a:spLocks noGrp="1"/>
          </p:cNvSpPr>
          <p:nvPr>
            <p:ph idx="1"/>
          </p:nvPr>
        </p:nvSpPr>
        <p:spPr/>
        <p:txBody>
          <a:bodyPr vert="horz" lIns="91440" tIns="45720" rIns="91440" bIns="45720" rtlCol="0" anchor="t">
            <a:normAutofit/>
          </a:bodyPr>
          <a:lstStyle/>
          <a:p>
            <a:r>
              <a:rPr lang="en-US">
                <a:ea typeface="+mn-lt"/>
                <a:cs typeface="+mn-lt"/>
              </a:rPr>
              <a:t>Framework Matrices</a:t>
            </a:r>
            <a:endParaRPr lang="en-US"/>
          </a:p>
          <a:p>
            <a:pPr lvl="1">
              <a:buFont typeface="Courier New" panose="020B0604020202020204" pitchFamily="34" charset="0"/>
              <a:buChar char="o"/>
            </a:pPr>
            <a:r>
              <a:rPr lang="en-US">
                <a:ea typeface="+mn-lt"/>
                <a:cs typeface="+mn-lt"/>
              </a:rPr>
              <a:t>Example: Creating framework matrix and different ways to use them.</a:t>
            </a:r>
            <a:endParaRPr lang="en-US" dirty="0">
              <a:ea typeface="+mn-lt"/>
              <a:cs typeface="+mn-lt"/>
            </a:endParaRPr>
          </a:p>
          <a:p>
            <a:r>
              <a:rPr lang="en-US">
                <a:ea typeface="+mn-lt"/>
                <a:cs typeface="+mn-lt"/>
              </a:rPr>
              <a:t>Support cases from query results</a:t>
            </a:r>
            <a:endParaRPr lang="en-US"/>
          </a:p>
          <a:p>
            <a:pPr lvl="1">
              <a:buFont typeface="Courier New" panose="020B0604020202020204" pitchFamily="34" charset="0"/>
              <a:buChar char="o"/>
            </a:pPr>
            <a:r>
              <a:rPr lang="en-US">
                <a:ea typeface="+mn-lt"/>
                <a:cs typeface="+mn-lt"/>
              </a:rPr>
              <a:t>Example: Creating Leave and Remain voter cases using queries.</a:t>
            </a:r>
            <a:endParaRPr lang="en-US" dirty="0">
              <a:ea typeface="+mn-lt"/>
              <a:cs typeface="+mn-lt"/>
            </a:endParaRPr>
          </a:p>
          <a:p>
            <a:r>
              <a:rPr lang="en-US">
                <a:ea typeface="+mn-lt"/>
                <a:cs typeface="+mn-lt"/>
              </a:rPr>
              <a:t>Additional matrices</a:t>
            </a:r>
          </a:p>
          <a:p>
            <a:pPr lvl="1">
              <a:buFont typeface="Courier New" panose="020B0604020202020204" pitchFamily="34" charset="0"/>
              <a:buChar char="o"/>
            </a:pPr>
            <a:r>
              <a:rPr lang="en-US"/>
              <a:t>Example: Using the Leave and and Remain voter cases to create an additional framework matrix.</a:t>
            </a:r>
            <a:endParaRPr lang="en-US" dirty="0"/>
          </a:p>
        </p:txBody>
      </p:sp>
      <p:sp>
        <p:nvSpPr>
          <p:cNvPr id="4" name="Date Placeholder 3">
            <a:extLst>
              <a:ext uri="{FF2B5EF4-FFF2-40B4-BE49-F238E27FC236}">
                <a16:creationId xmlns:a16="http://schemas.microsoft.com/office/drawing/2014/main" id="{8DB63AF8-19FF-A3A2-2C27-BF779E3D8030}"/>
              </a:ext>
            </a:extLst>
          </p:cNvPr>
          <p:cNvSpPr>
            <a:spLocks noGrp="1"/>
          </p:cNvSpPr>
          <p:nvPr>
            <p:ph type="dt" sz="half" idx="10"/>
          </p:nvPr>
        </p:nvSpPr>
        <p:spPr/>
        <p:txBody>
          <a:bodyPr/>
          <a:lstStyle/>
          <a:p>
            <a:fld id="{609A57E8-0150-4AE5-A36D-B5FDCC80011F}" type="datetime1">
              <a:t>2/8/2025</a:t>
            </a:fld>
            <a:endParaRPr lang="en-US" dirty="0"/>
          </a:p>
        </p:txBody>
      </p:sp>
      <p:sp>
        <p:nvSpPr>
          <p:cNvPr id="5" name="Slide Number Placeholder 4">
            <a:extLst>
              <a:ext uri="{FF2B5EF4-FFF2-40B4-BE49-F238E27FC236}">
                <a16:creationId xmlns:a16="http://schemas.microsoft.com/office/drawing/2014/main" id="{EB670AE0-2910-3578-1C6A-3689DE4DF579}"/>
              </a:ext>
            </a:extLst>
          </p:cNvPr>
          <p:cNvSpPr>
            <a:spLocks noGrp="1"/>
          </p:cNvSpPr>
          <p:nvPr>
            <p:ph type="sldNum" sz="quarter" idx="12"/>
          </p:nvPr>
        </p:nvSpPr>
        <p:spPr/>
        <p:txBody>
          <a:bodyPr/>
          <a:lstStyle/>
          <a:p>
            <a:fld id="{CC057153-B650-4DEB-B370-79DDCFDCE934}" type="slidenum">
              <a:rPr lang="en-US" dirty="0"/>
              <a:t>10</a:t>
            </a:fld>
            <a:endParaRPr lang="en-US" dirty="0"/>
          </a:p>
        </p:txBody>
      </p:sp>
    </p:spTree>
    <p:extLst>
      <p:ext uri="{BB962C8B-B14F-4D97-AF65-F5344CB8AC3E}">
        <p14:creationId xmlns:p14="http://schemas.microsoft.com/office/powerpoint/2010/main" val="156352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EB438-CC0F-1DFE-6006-07A03914E900}"/>
              </a:ext>
            </a:extLst>
          </p:cNvPr>
          <p:cNvSpPr>
            <a:spLocks noGrp="1"/>
          </p:cNvSpPr>
          <p:nvPr>
            <p:ph type="title"/>
          </p:nvPr>
        </p:nvSpPr>
        <p:spPr/>
        <p:txBody>
          <a:bodyPr/>
          <a:lstStyle/>
          <a:p>
            <a:r>
              <a:rPr lang="en-US" b="0">
                <a:ea typeface="+mj-lt"/>
                <a:cs typeface="+mj-lt"/>
              </a:rPr>
              <a:t>Part 2: Framework matrices and Query Results (45 min)</a:t>
            </a:r>
            <a:endParaRPr lang="en-US"/>
          </a:p>
        </p:txBody>
      </p:sp>
      <p:sp>
        <p:nvSpPr>
          <p:cNvPr id="3" name="Content Placeholder 2">
            <a:extLst>
              <a:ext uri="{FF2B5EF4-FFF2-40B4-BE49-F238E27FC236}">
                <a16:creationId xmlns:a16="http://schemas.microsoft.com/office/drawing/2014/main" id="{49F89E2A-0DFF-E43F-AF74-1D36D2513128}"/>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Framework Matrices</a:t>
            </a:r>
            <a:endParaRPr lang="en-US" dirty="0"/>
          </a:p>
          <a:p>
            <a:pPr lvl="1">
              <a:buFont typeface="Courier New" panose="020B0604020202020204" pitchFamily="34" charset="0"/>
              <a:buChar char="o"/>
            </a:pPr>
            <a:r>
              <a:rPr lang="en-US" dirty="0">
                <a:ea typeface="+mn-lt"/>
                <a:cs typeface="+mn-lt"/>
              </a:rPr>
              <a:t>Suggested exercise: Experiment with </a:t>
            </a:r>
            <a:r>
              <a:rPr lang="en-US" err="1">
                <a:ea typeface="+mn-lt"/>
                <a:cs typeface="+mn-lt"/>
              </a:rPr>
              <a:t>reorganising</a:t>
            </a:r>
            <a:r>
              <a:rPr lang="en-US" dirty="0">
                <a:ea typeface="+mn-lt"/>
                <a:cs typeface="+mn-lt"/>
              </a:rPr>
              <a:t> the framework matrix by attribute values, creating new one with different mix of nodes, or exploring the different 'associated view' display options. (Note – you can set a default for the associated view in NVivo's global settings.)</a:t>
            </a:r>
          </a:p>
          <a:p>
            <a:r>
              <a:rPr lang="en-US" dirty="0">
                <a:ea typeface="+mn-lt"/>
                <a:cs typeface="+mn-lt"/>
              </a:rPr>
              <a:t>Support cases from query results</a:t>
            </a:r>
            <a:endParaRPr lang="en-US" dirty="0"/>
          </a:p>
          <a:p>
            <a:pPr lvl="1">
              <a:buFont typeface="Courier New" panose="020B0604020202020204" pitchFamily="34" charset="0"/>
              <a:buChar char="o"/>
            </a:pPr>
            <a:r>
              <a:rPr lang="en-US" dirty="0">
                <a:ea typeface="+mn-lt"/>
                <a:cs typeface="+mn-lt"/>
              </a:rPr>
              <a:t>Suggested exercise: Create other potentially interesting query results that would want to use in framework matrices or further queries.</a:t>
            </a:r>
          </a:p>
          <a:p>
            <a:pPr lvl="1">
              <a:buFont typeface="Courier New" panose="020B0604020202020204" pitchFamily="34" charset="0"/>
              <a:buChar char="o"/>
            </a:pPr>
            <a:r>
              <a:rPr lang="en-US" dirty="0">
                <a:ea typeface="+mn-lt"/>
                <a:cs typeface="+mn-lt"/>
              </a:rPr>
              <a:t>(Bonus puzzle: Figure out potential workarounds where queries do not provide easy options for what you want to search for. This can involve creative use of sets, search folders, query results – or creating 2-3 separate queries instead.)</a:t>
            </a:r>
            <a:endParaRPr lang="en-US" dirty="0"/>
          </a:p>
          <a:p>
            <a:r>
              <a:rPr lang="en-US" dirty="0">
                <a:ea typeface="+mn-lt"/>
                <a:cs typeface="+mn-lt"/>
              </a:rPr>
              <a:t>Additional matrices</a:t>
            </a:r>
          </a:p>
          <a:p>
            <a:pPr lvl="1">
              <a:buFont typeface="Courier New" panose="020B0604020202020204" pitchFamily="34" charset="0"/>
              <a:buChar char="o"/>
            </a:pPr>
            <a:r>
              <a:rPr lang="en-US" dirty="0"/>
              <a:t>Suggested exercise: Use query results to create potentially interesting cases to explore further with a framework matrix.</a:t>
            </a:r>
          </a:p>
        </p:txBody>
      </p:sp>
      <p:sp>
        <p:nvSpPr>
          <p:cNvPr id="4" name="Date Placeholder 3">
            <a:extLst>
              <a:ext uri="{FF2B5EF4-FFF2-40B4-BE49-F238E27FC236}">
                <a16:creationId xmlns:a16="http://schemas.microsoft.com/office/drawing/2014/main" id="{8DB63AF8-19FF-A3A2-2C27-BF779E3D8030}"/>
              </a:ext>
            </a:extLst>
          </p:cNvPr>
          <p:cNvSpPr>
            <a:spLocks noGrp="1"/>
          </p:cNvSpPr>
          <p:nvPr>
            <p:ph type="dt" sz="half" idx="10"/>
          </p:nvPr>
        </p:nvSpPr>
        <p:spPr/>
        <p:txBody>
          <a:bodyPr/>
          <a:lstStyle/>
          <a:p>
            <a:fld id="{609A57E8-0150-4AE5-A36D-B5FDCC80011F}" type="datetime1">
              <a:t>2/8/2025</a:t>
            </a:fld>
            <a:endParaRPr lang="en-US" dirty="0"/>
          </a:p>
        </p:txBody>
      </p:sp>
      <p:sp>
        <p:nvSpPr>
          <p:cNvPr id="5" name="Slide Number Placeholder 4">
            <a:extLst>
              <a:ext uri="{FF2B5EF4-FFF2-40B4-BE49-F238E27FC236}">
                <a16:creationId xmlns:a16="http://schemas.microsoft.com/office/drawing/2014/main" id="{EB670AE0-2910-3578-1C6A-3689DE4DF579}"/>
              </a:ext>
            </a:extLst>
          </p:cNvPr>
          <p:cNvSpPr>
            <a:spLocks noGrp="1"/>
          </p:cNvSpPr>
          <p:nvPr>
            <p:ph type="sldNum" sz="quarter" idx="12"/>
          </p:nvPr>
        </p:nvSpPr>
        <p:spPr/>
        <p:txBody>
          <a:bodyPr/>
          <a:lstStyle/>
          <a:p>
            <a:fld id="{CC057153-B650-4DEB-B370-79DDCFDCE934}" type="slidenum">
              <a:rPr lang="en-US" dirty="0"/>
              <a:t>11</a:t>
            </a:fld>
            <a:endParaRPr lang="en-US" dirty="0"/>
          </a:p>
        </p:txBody>
      </p:sp>
    </p:spTree>
    <p:extLst>
      <p:ext uri="{BB962C8B-B14F-4D97-AF65-F5344CB8AC3E}">
        <p14:creationId xmlns:p14="http://schemas.microsoft.com/office/powerpoint/2010/main" val="1654589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F2F8-CFCF-D92D-2DEE-BCBB44298D5D}"/>
              </a:ext>
            </a:extLst>
          </p:cNvPr>
          <p:cNvSpPr>
            <a:spLocks noGrp="1"/>
          </p:cNvSpPr>
          <p:nvPr>
            <p:ph type="title"/>
          </p:nvPr>
        </p:nvSpPr>
        <p:spPr/>
        <p:txBody>
          <a:bodyPr/>
          <a:lstStyle/>
          <a:p>
            <a:r>
              <a:rPr lang="en-US" b="0">
                <a:ea typeface="+mj-lt"/>
                <a:cs typeface="+mj-lt"/>
              </a:rPr>
              <a:t>Part 3: Advance search and query options (45 min)</a:t>
            </a:r>
            <a:endParaRPr lang="en-US"/>
          </a:p>
        </p:txBody>
      </p:sp>
      <p:sp>
        <p:nvSpPr>
          <p:cNvPr id="3" name="Content Placeholder 2">
            <a:extLst>
              <a:ext uri="{FF2B5EF4-FFF2-40B4-BE49-F238E27FC236}">
                <a16:creationId xmlns:a16="http://schemas.microsoft.com/office/drawing/2014/main" id="{D7C308A0-B5E6-9825-C1AB-191F22BE80B2}"/>
              </a:ext>
            </a:extLst>
          </p:cNvPr>
          <p:cNvSpPr>
            <a:spLocks noGrp="1"/>
          </p:cNvSpPr>
          <p:nvPr>
            <p:ph idx="1"/>
          </p:nvPr>
        </p:nvSpPr>
        <p:spPr/>
        <p:txBody>
          <a:bodyPr vert="horz" lIns="91440" tIns="45720" rIns="91440" bIns="45720" rtlCol="0" anchor="t">
            <a:normAutofit/>
          </a:bodyPr>
          <a:lstStyle/>
          <a:p>
            <a:r>
              <a:rPr lang="en-US">
                <a:ea typeface="+mn-lt"/>
                <a:cs typeface="+mn-lt"/>
              </a:rPr>
              <a:t>Advanced search folder options</a:t>
            </a:r>
            <a:endParaRPr lang="en-US"/>
          </a:p>
          <a:p>
            <a:pPr lvl="1">
              <a:buFont typeface="Courier New" panose="020B0604020202020204" pitchFamily="34" charset="0"/>
              <a:buChar char="o"/>
            </a:pPr>
            <a:r>
              <a:rPr lang="en-US">
                <a:ea typeface="+mn-lt"/>
                <a:cs typeface="+mn-lt"/>
              </a:rPr>
              <a:t>Example: Why to ignore the default search folder screen and making sense of the convoluted 'advanced' search folder </a:t>
            </a:r>
            <a:r>
              <a:rPr lang="en-US" dirty="0">
                <a:ea typeface="+mn-lt"/>
                <a:cs typeface="+mn-lt"/>
              </a:rPr>
              <a:t>options.</a:t>
            </a:r>
          </a:p>
          <a:p>
            <a:r>
              <a:rPr lang="en-US">
                <a:ea typeface="+mn-lt"/>
                <a:cs typeface="+mn-lt"/>
              </a:rPr>
              <a:t>Complex queries</a:t>
            </a:r>
            <a:endParaRPr lang="en-US"/>
          </a:p>
          <a:p>
            <a:pPr lvl="1">
              <a:buFont typeface="Courier New" panose="020B0604020202020204" pitchFamily="34" charset="0"/>
              <a:buChar char="o"/>
            </a:pPr>
            <a:r>
              <a:rPr lang="en-US">
                <a:ea typeface="+mn-lt"/>
                <a:cs typeface="+mn-lt"/>
              </a:rPr>
              <a:t>Example: Using sets, search folders, and attributes within queries to make comparisons.</a:t>
            </a:r>
            <a:endParaRPr lang="en-US" dirty="0">
              <a:ea typeface="+mn-lt"/>
              <a:cs typeface="+mn-lt"/>
            </a:endParaRPr>
          </a:p>
          <a:p>
            <a:r>
              <a:rPr lang="en-US">
                <a:ea typeface="+mn-lt"/>
                <a:cs typeface="+mn-lt"/>
              </a:rPr>
              <a:t>Compound queries</a:t>
            </a:r>
          </a:p>
          <a:p>
            <a:pPr lvl="1">
              <a:buFont typeface="Courier New" panose="020B0604020202020204" pitchFamily="34" charset="0"/>
              <a:buChar char="o"/>
            </a:pPr>
            <a:r>
              <a:rPr lang="en-US"/>
              <a:t>Example: Combining text search and code query to find codes that occur near specific words / phrases.</a:t>
            </a:r>
            <a:endParaRPr lang="en-US" dirty="0"/>
          </a:p>
        </p:txBody>
      </p:sp>
      <p:sp>
        <p:nvSpPr>
          <p:cNvPr id="4" name="Date Placeholder 3">
            <a:extLst>
              <a:ext uri="{FF2B5EF4-FFF2-40B4-BE49-F238E27FC236}">
                <a16:creationId xmlns:a16="http://schemas.microsoft.com/office/drawing/2014/main" id="{4906A8A1-CEEA-99A0-82BC-51F352DDC42F}"/>
              </a:ext>
            </a:extLst>
          </p:cNvPr>
          <p:cNvSpPr>
            <a:spLocks noGrp="1"/>
          </p:cNvSpPr>
          <p:nvPr>
            <p:ph type="dt" sz="half" idx="10"/>
          </p:nvPr>
        </p:nvSpPr>
        <p:spPr/>
        <p:txBody>
          <a:bodyPr/>
          <a:lstStyle/>
          <a:p>
            <a:fld id="{3D2102A4-963C-42B5-A08B-C6B9242CC31B}" type="datetime1">
              <a:t>2/8/2025</a:t>
            </a:fld>
            <a:endParaRPr lang="en-US" dirty="0"/>
          </a:p>
        </p:txBody>
      </p:sp>
      <p:sp>
        <p:nvSpPr>
          <p:cNvPr id="5" name="Slide Number Placeholder 4">
            <a:extLst>
              <a:ext uri="{FF2B5EF4-FFF2-40B4-BE49-F238E27FC236}">
                <a16:creationId xmlns:a16="http://schemas.microsoft.com/office/drawing/2014/main" id="{5A7AFD20-80F1-8548-4745-9CA094EC425A}"/>
              </a:ext>
            </a:extLst>
          </p:cNvPr>
          <p:cNvSpPr>
            <a:spLocks noGrp="1"/>
          </p:cNvSpPr>
          <p:nvPr>
            <p:ph type="sldNum" sz="quarter" idx="12"/>
          </p:nvPr>
        </p:nvSpPr>
        <p:spPr/>
        <p:txBody>
          <a:bodyPr/>
          <a:lstStyle/>
          <a:p>
            <a:fld id="{CC057153-B650-4DEB-B370-79DDCFDCE934}" type="slidenum">
              <a:rPr lang="en-US" dirty="0"/>
              <a:t>12</a:t>
            </a:fld>
            <a:endParaRPr lang="en-US" dirty="0"/>
          </a:p>
        </p:txBody>
      </p:sp>
    </p:spTree>
    <p:extLst>
      <p:ext uri="{BB962C8B-B14F-4D97-AF65-F5344CB8AC3E}">
        <p14:creationId xmlns:p14="http://schemas.microsoft.com/office/powerpoint/2010/main" val="358779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F2F8-CFCF-D92D-2DEE-BCBB44298D5D}"/>
              </a:ext>
            </a:extLst>
          </p:cNvPr>
          <p:cNvSpPr>
            <a:spLocks noGrp="1"/>
          </p:cNvSpPr>
          <p:nvPr>
            <p:ph type="title"/>
          </p:nvPr>
        </p:nvSpPr>
        <p:spPr/>
        <p:txBody>
          <a:bodyPr/>
          <a:lstStyle/>
          <a:p>
            <a:r>
              <a:rPr lang="en-US" b="0">
                <a:ea typeface="+mj-lt"/>
                <a:cs typeface="+mj-lt"/>
              </a:rPr>
              <a:t>Part 3: Advance search and query options (45 min)</a:t>
            </a:r>
            <a:endParaRPr lang="en-US"/>
          </a:p>
        </p:txBody>
      </p:sp>
      <p:sp>
        <p:nvSpPr>
          <p:cNvPr id="3" name="Content Placeholder 2">
            <a:extLst>
              <a:ext uri="{FF2B5EF4-FFF2-40B4-BE49-F238E27FC236}">
                <a16:creationId xmlns:a16="http://schemas.microsoft.com/office/drawing/2014/main" id="{D7C308A0-B5E6-9825-C1AB-191F22BE80B2}"/>
              </a:ext>
            </a:extLst>
          </p:cNvPr>
          <p:cNvSpPr>
            <a:spLocks noGrp="1"/>
          </p:cNvSpPr>
          <p:nvPr>
            <p:ph idx="1"/>
          </p:nvPr>
        </p:nvSpPr>
        <p:spPr/>
        <p:txBody>
          <a:bodyPr vert="horz" lIns="91440" tIns="45720" rIns="91440" bIns="45720" rtlCol="0" anchor="t">
            <a:normAutofit/>
          </a:bodyPr>
          <a:lstStyle/>
          <a:p>
            <a:r>
              <a:rPr lang="en-US" dirty="0">
                <a:ea typeface="+mn-lt"/>
                <a:cs typeface="+mn-lt"/>
              </a:rPr>
              <a:t>Advanced search folder options</a:t>
            </a:r>
            <a:endParaRPr lang="en-US"/>
          </a:p>
          <a:p>
            <a:pPr lvl="1">
              <a:buFont typeface="Courier New" panose="020B0604020202020204" pitchFamily="34" charset="0"/>
              <a:buChar char="o"/>
            </a:pPr>
            <a:r>
              <a:rPr lang="en-US" dirty="0">
                <a:ea typeface="+mn-lt"/>
                <a:cs typeface="+mn-lt"/>
              </a:rPr>
              <a:t>Suggested exercise: Experiment with creating more advanced search folders.</a:t>
            </a:r>
          </a:p>
          <a:p>
            <a:pPr lvl="1">
              <a:buFont typeface="Courier New" panose="020B0604020202020204" pitchFamily="34" charset="0"/>
              <a:buChar char="o"/>
            </a:pPr>
            <a:r>
              <a:rPr lang="en-US" dirty="0">
                <a:ea typeface="+mn-lt"/>
                <a:cs typeface="+mn-lt"/>
              </a:rPr>
              <a:t>(Bonus puzzle: All interactions added to advanced find options are AND, can you find a workaround to create a search folder returning all cases with one value OR another.)</a:t>
            </a:r>
            <a:endParaRPr lang="en-US"/>
          </a:p>
          <a:p>
            <a:r>
              <a:rPr lang="en-US" dirty="0">
                <a:ea typeface="+mn-lt"/>
                <a:cs typeface="+mn-lt"/>
              </a:rPr>
              <a:t>Complex queries</a:t>
            </a:r>
            <a:endParaRPr lang="en-US"/>
          </a:p>
          <a:p>
            <a:pPr lvl="1">
              <a:buFont typeface="Courier New" panose="020B0604020202020204" pitchFamily="34" charset="0"/>
              <a:buChar char="o"/>
            </a:pPr>
            <a:r>
              <a:rPr lang="en-US" dirty="0">
                <a:ea typeface="+mn-lt"/>
                <a:cs typeface="+mn-lt"/>
              </a:rPr>
              <a:t>Suggested exercise: Experiment with creating crosstabs that use set or search folder for rows and combine two attributes for columns.</a:t>
            </a:r>
          </a:p>
          <a:p>
            <a:r>
              <a:rPr lang="en-US" dirty="0">
                <a:ea typeface="+mn-lt"/>
                <a:cs typeface="+mn-lt"/>
              </a:rPr>
              <a:t>Compound queries</a:t>
            </a:r>
          </a:p>
          <a:p>
            <a:pPr lvl="1">
              <a:buFont typeface="Courier New" panose="020B0604020202020204" pitchFamily="34" charset="0"/>
              <a:buChar char="o"/>
            </a:pPr>
            <a:r>
              <a:rPr lang="en-US" dirty="0"/>
              <a:t>Suggested exercise: Use a compound query to find all positive and negative responses within the Leave and Remain campaign sections of the interview transcripts.</a:t>
            </a:r>
          </a:p>
        </p:txBody>
      </p:sp>
      <p:sp>
        <p:nvSpPr>
          <p:cNvPr id="4" name="Date Placeholder 3">
            <a:extLst>
              <a:ext uri="{FF2B5EF4-FFF2-40B4-BE49-F238E27FC236}">
                <a16:creationId xmlns:a16="http://schemas.microsoft.com/office/drawing/2014/main" id="{4906A8A1-CEEA-99A0-82BC-51F352DDC42F}"/>
              </a:ext>
            </a:extLst>
          </p:cNvPr>
          <p:cNvSpPr>
            <a:spLocks noGrp="1"/>
          </p:cNvSpPr>
          <p:nvPr>
            <p:ph type="dt" sz="half" idx="10"/>
          </p:nvPr>
        </p:nvSpPr>
        <p:spPr/>
        <p:txBody>
          <a:bodyPr/>
          <a:lstStyle/>
          <a:p>
            <a:fld id="{3D2102A4-963C-42B5-A08B-C6B9242CC31B}" type="datetime1">
              <a:t>2/8/2025</a:t>
            </a:fld>
            <a:endParaRPr lang="en-US" dirty="0"/>
          </a:p>
        </p:txBody>
      </p:sp>
      <p:sp>
        <p:nvSpPr>
          <p:cNvPr id="5" name="Slide Number Placeholder 4">
            <a:extLst>
              <a:ext uri="{FF2B5EF4-FFF2-40B4-BE49-F238E27FC236}">
                <a16:creationId xmlns:a16="http://schemas.microsoft.com/office/drawing/2014/main" id="{5A7AFD20-80F1-8548-4745-9CA094EC425A}"/>
              </a:ext>
            </a:extLst>
          </p:cNvPr>
          <p:cNvSpPr>
            <a:spLocks noGrp="1"/>
          </p:cNvSpPr>
          <p:nvPr>
            <p:ph type="sldNum" sz="quarter" idx="12"/>
          </p:nvPr>
        </p:nvSpPr>
        <p:spPr/>
        <p:txBody>
          <a:bodyPr/>
          <a:lstStyle/>
          <a:p>
            <a:fld id="{CC057153-B650-4DEB-B370-79DDCFDCE934}" type="slidenum">
              <a:rPr lang="en-US" dirty="0"/>
              <a:t>13</a:t>
            </a:fld>
            <a:endParaRPr lang="en-US" dirty="0"/>
          </a:p>
        </p:txBody>
      </p:sp>
    </p:spTree>
    <p:extLst>
      <p:ext uri="{BB962C8B-B14F-4D97-AF65-F5344CB8AC3E}">
        <p14:creationId xmlns:p14="http://schemas.microsoft.com/office/powerpoint/2010/main" val="528094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41DEC-DDD8-8563-5C98-2566B6572264}"/>
              </a:ext>
            </a:extLst>
          </p:cNvPr>
          <p:cNvSpPr>
            <a:spLocks noGrp="1"/>
          </p:cNvSpPr>
          <p:nvPr>
            <p:ph type="title"/>
          </p:nvPr>
        </p:nvSpPr>
        <p:spPr/>
        <p:txBody>
          <a:bodyPr/>
          <a:lstStyle/>
          <a:p>
            <a:r>
              <a:rPr lang="en-US" b="0">
                <a:ea typeface="+mj-lt"/>
                <a:cs typeface="+mj-lt"/>
              </a:rPr>
              <a:t>Part 4: Visualising analysis (45 min)</a:t>
            </a:r>
            <a:endParaRPr lang="en-US"/>
          </a:p>
        </p:txBody>
      </p:sp>
      <p:sp>
        <p:nvSpPr>
          <p:cNvPr id="3" name="Content Placeholder 2">
            <a:extLst>
              <a:ext uri="{FF2B5EF4-FFF2-40B4-BE49-F238E27FC236}">
                <a16:creationId xmlns:a16="http://schemas.microsoft.com/office/drawing/2014/main" id="{680B9A95-BBA6-E761-F136-F61CE139E040}"/>
              </a:ext>
            </a:extLst>
          </p:cNvPr>
          <p:cNvSpPr>
            <a:spLocks noGrp="1"/>
          </p:cNvSpPr>
          <p:nvPr>
            <p:ph idx="1"/>
          </p:nvPr>
        </p:nvSpPr>
        <p:spPr/>
        <p:txBody>
          <a:bodyPr vert="horz" lIns="91440" tIns="45720" rIns="91440" bIns="45720" rtlCol="0" anchor="t">
            <a:normAutofit/>
          </a:bodyPr>
          <a:lstStyle/>
          <a:p>
            <a:r>
              <a:rPr lang="en-US" dirty="0">
                <a:ea typeface="+mn-lt"/>
                <a:cs typeface="+mn-lt"/>
              </a:rPr>
              <a:t>Mind maps &amp; explore diagrams</a:t>
            </a:r>
            <a:endParaRPr lang="en-US" dirty="0"/>
          </a:p>
          <a:p>
            <a:pPr lvl="1">
              <a:buFont typeface="Courier New" panose="020B0604020202020204" pitchFamily="34" charset="0"/>
              <a:buChar char="o"/>
            </a:pPr>
            <a:r>
              <a:rPr lang="en-US" dirty="0">
                <a:ea typeface="+mn-lt"/>
                <a:cs typeface="+mn-lt"/>
              </a:rPr>
              <a:t>Example: Using a mind map to sketch out theories and claims within literature / public discourse.</a:t>
            </a:r>
          </a:p>
          <a:p>
            <a:r>
              <a:rPr lang="en-US" dirty="0">
                <a:ea typeface="+mn-lt"/>
                <a:cs typeface="+mn-lt"/>
              </a:rPr>
              <a:t>Project maps and comparison diagrams</a:t>
            </a:r>
            <a:endParaRPr lang="en-US"/>
          </a:p>
          <a:p>
            <a:pPr lvl="1">
              <a:buFont typeface="Courier New" panose="020B0604020202020204" pitchFamily="34" charset="0"/>
              <a:buChar char="o"/>
            </a:pPr>
            <a:r>
              <a:rPr lang="en-US" dirty="0">
                <a:ea typeface="+mn-lt"/>
                <a:cs typeface="+mn-lt"/>
              </a:rPr>
              <a:t>Example: Using attribute data in project map to find an outlier to common narrative of who voted Leave.</a:t>
            </a:r>
          </a:p>
          <a:p>
            <a:r>
              <a:rPr lang="en-US" dirty="0">
                <a:ea typeface="+mn-lt"/>
                <a:cs typeface="+mn-lt"/>
              </a:rPr>
              <a:t>Concept maps</a:t>
            </a:r>
          </a:p>
          <a:p>
            <a:pPr lvl="1">
              <a:buFont typeface="Courier New" panose="020B0604020202020204" pitchFamily="34" charset="0"/>
              <a:buChar char="o"/>
            </a:pPr>
            <a:r>
              <a:rPr lang="en-US" dirty="0"/>
              <a:t>Example: Starting to explore potential relationships/causation from initial coding.</a:t>
            </a:r>
          </a:p>
        </p:txBody>
      </p:sp>
      <p:sp>
        <p:nvSpPr>
          <p:cNvPr id="4" name="Date Placeholder 3">
            <a:extLst>
              <a:ext uri="{FF2B5EF4-FFF2-40B4-BE49-F238E27FC236}">
                <a16:creationId xmlns:a16="http://schemas.microsoft.com/office/drawing/2014/main" id="{D64472D3-FE1E-EB52-D92C-25ADE3BAA1B1}"/>
              </a:ext>
            </a:extLst>
          </p:cNvPr>
          <p:cNvSpPr>
            <a:spLocks noGrp="1"/>
          </p:cNvSpPr>
          <p:nvPr>
            <p:ph type="dt" sz="half" idx="10"/>
          </p:nvPr>
        </p:nvSpPr>
        <p:spPr/>
        <p:txBody>
          <a:bodyPr/>
          <a:lstStyle/>
          <a:p>
            <a:fld id="{CBD64982-EFDB-41E7-A4E2-7F7D548E836E}" type="datetime1">
              <a:t>2/8/2025</a:t>
            </a:fld>
            <a:endParaRPr lang="en-US" dirty="0"/>
          </a:p>
        </p:txBody>
      </p:sp>
      <p:sp>
        <p:nvSpPr>
          <p:cNvPr id="5" name="Slide Number Placeholder 4">
            <a:extLst>
              <a:ext uri="{FF2B5EF4-FFF2-40B4-BE49-F238E27FC236}">
                <a16:creationId xmlns:a16="http://schemas.microsoft.com/office/drawing/2014/main" id="{81FE686B-E004-629C-D647-C1AA7697F000}"/>
              </a:ext>
            </a:extLst>
          </p:cNvPr>
          <p:cNvSpPr>
            <a:spLocks noGrp="1"/>
          </p:cNvSpPr>
          <p:nvPr>
            <p:ph type="sldNum" sz="quarter" idx="12"/>
          </p:nvPr>
        </p:nvSpPr>
        <p:spPr/>
        <p:txBody>
          <a:bodyPr/>
          <a:lstStyle/>
          <a:p>
            <a:fld id="{CC057153-B650-4DEB-B370-79DDCFDCE934}" type="slidenum">
              <a:rPr lang="en-US" dirty="0"/>
              <a:t>14</a:t>
            </a:fld>
            <a:endParaRPr lang="en-US" dirty="0"/>
          </a:p>
        </p:txBody>
      </p:sp>
    </p:spTree>
    <p:extLst>
      <p:ext uri="{BB962C8B-B14F-4D97-AF65-F5344CB8AC3E}">
        <p14:creationId xmlns:p14="http://schemas.microsoft.com/office/powerpoint/2010/main" val="2536247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41DEC-DDD8-8563-5C98-2566B6572264}"/>
              </a:ext>
            </a:extLst>
          </p:cNvPr>
          <p:cNvSpPr>
            <a:spLocks noGrp="1"/>
          </p:cNvSpPr>
          <p:nvPr>
            <p:ph type="title"/>
          </p:nvPr>
        </p:nvSpPr>
        <p:spPr/>
        <p:txBody>
          <a:bodyPr/>
          <a:lstStyle/>
          <a:p>
            <a:r>
              <a:rPr lang="en-US" b="0">
                <a:ea typeface="+mj-lt"/>
                <a:cs typeface="+mj-lt"/>
              </a:rPr>
              <a:t>Part 4: Visualising analysis (45 min)</a:t>
            </a:r>
            <a:endParaRPr lang="en-US"/>
          </a:p>
        </p:txBody>
      </p:sp>
      <p:sp>
        <p:nvSpPr>
          <p:cNvPr id="3" name="Content Placeholder 2">
            <a:extLst>
              <a:ext uri="{FF2B5EF4-FFF2-40B4-BE49-F238E27FC236}">
                <a16:creationId xmlns:a16="http://schemas.microsoft.com/office/drawing/2014/main" id="{680B9A95-BBA6-E761-F136-F61CE139E040}"/>
              </a:ext>
            </a:extLst>
          </p:cNvPr>
          <p:cNvSpPr>
            <a:spLocks noGrp="1"/>
          </p:cNvSpPr>
          <p:nvPr>
            <p:ph idx="1"/>
          </p:nvPr>
        </p:nvSpPr>
        <p:spPr/>
        <p:txBody>
          <a:bodyPr vert="horz" lIns="91440" tIns="45720" rIns="91440" bIns="45720" rtlCol="0" anchor="t">
            <a:normAutofit/>
          </a:bodyPr>
          <a:lstStyle/>
          <a:p>
            <a:r>
              <a:rPr lang="en-US" dirty="0">
                <a:ea typeface="+mn-lt"/>
                <a:cs typeface="+mn-lt"/>
              </a:rPr>
              <a:t>Mind maps &amp; explore diagrams</a:t>
            </a:r>
            <a:endParaRPr lang="en-US" dirty="0"/>
          </a:p>
          <a:p>
            <a:pPr lvl="1">
              <a:buFont typeface="Courier New" panose="020B0604020202020204" pitchFamily="34" charset="0"/>
              <a:buChar char="o"/>
            </a:pPr>
            <a:r>
              <a:rPr lang="en-US" dirty="0">
                <a:ea typeface="+mn-lt"/>
                <a:cs typeface="+mn-lt"/>
              </a:rPr>
              <a:t>Suggested exercise: Open an explore diagram for a classification attribute, right-click on associated project items to switch the explore view to their associations.</a:t>
            </a:r>
          </a:p>
          <a:p>
            <a:r>
              <a:rPr lang="en-US" dirty="0">
                <a:ea typeface="+mn-lt"/>
                <a:cs typeface="+mn-lt"/>
              </a:rPr>
              <a:t>Project maps</a:t>
            </a:r>
            <a:endParaRPr lang="en-US" dirty="0"/>
          </a:p>
          <a:p>
            <a:pPr lvl="1">
              <a:buFont typeface="Courier New" panose="020B0604020202020204" pitchFamily="34" charset="0"/>
              <a:buChar char="o"/>
            </a:pPr>
            <a:r>
              <a:rPr lang="en-US" dirty="0">
                <a:ea typeface="+mn-lt"/>
                <a:cs typeface="+mn-lt"/>
              </a:rPr>
              <a:t>Suggested exercise: Create a comparison diagram to explore similarities and differences between two cases, or create a hierarchy chart using attribute values.</a:t>
            </a:r>
          </a:p>
          <a:p>
            <a:r>
              <a:rPr lang="en-US" dirty="0">
                <a:ea typeface="+mn-lt"/>
                <a:cs typeface="+mn-lt"/>
              </a:rPr>
              <a:t>Concept maps</a:t>
            </a:r>
          </a:p>
          <a:p>
            <a:pPr lvl="1">
              <a:buFont typeface="Courier New" panose="020B0604020202020204" pitchFamily="34" charset="0"/>
              <a:buChar char="o"/>
            </a:pPr>
            <a:r>
              <a:rPr lang="en-US" dirty="0"/>
              <a:t>Suggested exercise: Create a concept map that starts to consider emergent coding/themes in relation to a theoretical framework. (Tip: You can sketch out the latter like how would with a mind map.)</a:t>
            </a:r>
          </a:p>
        </p:txBody>
      </p:sp>
      <p:sp>
        <p:nvSpPr>
          <p:cNvPr id="4" name="Date Placeholder 3">
            <a:extLst>
              <a:ext uri="{FF2B5EF4-FFF2-40B4-BE49-F238E27FC236}">
                <a16:creationId xmlns:a16="http://schemas.microsoft.com/office/drawing/2014/main" id="{D64472D3-FE1E-EB52-D92C-25ADE3BAA1B1}"/>
              </a:ext>
            </a:extLst>
          </p:cNvPr>
          <p:cNvSpPr>
            <a:spLocks noGrp="1"/>
          </p:cNvSpPr>
          <p:nvPr>
            <p:ph type="dt" sz="half" idx="10"/>
          </p:nvPr>
        </p:nvSpPr>
        <p:spPr/>
        <p:txBody>
          <a:bodyPr/>
          <a:lstStyle/>
          <a:p>
            <a:fld id="{CBD64982-EFDB-41E7-A4E2-7F7D548E836E}" type="datetime1">
              <a:t>2/8/2025</a:t>
            </a:fld>
            <a:endParaRPr lang="en-US" dirty="0"/>
          </a:p>
        </p:txBody>
      </p:sp>
      <p:sp>
        <p:nvSpPr>
          <p:cNvPr id="5" name="Slide Number Placeholder 4">
            <a:extLst>
              <a:ext uri="{FF2B5EF4-FFF2-40B4-BE49-F238E27FC236}">
                <a16:creationId xmlns:a16="http://schemas.microsoft.com/office/drawing/2014/main" id="{81FE686B-E004-629C-D647-C1AA7697F000}"/>
              </a:ext>
            </a:extLst>
          </p:cNvPr>
          <p:cNvSpPr>
            <a:spLocks noGrp="1"/>
          </p:cNvSpPr>
          <p:nvPr>
            <p:ph type="sldNum" sz="quarter" idx="12"/>
          </p:nvPr>
        </p:nvSpPr>
        <p:spPr/>
        <p:txBody>
          <a:bodyPr/>
          <a:lstStyle/>
          <a:p>
            <a:fld id="{CC057153-B650-4DEB-B370-79DDCFDCE934}" type="slidenum">
              <a:rPr lang="en-US" dirty="0"/>
              <a:t>15</a:t>
            </a:fld>
            <a:endParaRPr lang="en-US" dirty="0"/>
          </a:p>
        </p:txBody>
      </p:sp>
    </p:spTree>
    <p:extLst>
      <p:ext uri="{BB962C8B-B14F-4D97-AF65-F5344CB8AC3E}">
        <p14:creationId xmlns:p14="http://schemas.microsoft.com/office/powerpoint/2010/main" val="1577067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DE591-6938-5929-DAB8-88DDA382A450}"/>
              </a:ext>
            </a:extLst>
          </p:cNvPr>
          <p:cNvSpPr>
            <a:spLocks noGrp="1"/>
          </p:cNvSpPr>
          <p:nvPr>
            <p:ph type="title"/>
          </p:nvPr>
        </p:nvSpPr>
        <p:spPr/>
        <p:txBody>
          <a:bodyPr/>
          <a:lstStyle/>
          <a:p>
            <a:r>
              <a:rPr lang="en-US"/>
              <a:t>Feedback welcome!</a:t>
            </a:r>
          </a:p>
        </p:txBody>
      </p:sp>
      <p:sp>
        <p:nvSpPr>
          <p:cNvPr id="3" name="Content Placeholder 2">
            <a:extLst>
              <a:ext uri="{FF2B5EF4-FFF2-40B4-BE49-F238E27FC236}">
                <a16:creationId xmlns:a16="http://schemas.microsoft.com/office/drawing/2014/main" id="{424B4279-E8C6-C165-EE27-350857310A9B}"/>
              </a:ext>
            </a:extLst>
          </p:cNvPr>
          <p:cNvSpPr>
            <a:spLocks noGrp="1"/>
          </p:cNvSpPr>
          <p:nvPr>
            <p:ph idx="1"/>
          </p:nvPr>
        </p:nvSpPr>
        <p:spPr/>
        <p:txBody>
          <a:bodyPr vert="horz" lIns="91440" tIns="45720" rIns="91440" bIns="45720" rtlCol="0" anchor="t">
            <a:normAutofit/>
          </a:bodyPr>
          <a:lstStyle/>
          <a:p>
            <a:r>
              <a:rPr lang="en-US"/>
              <a:t>Please send any and all feedback and suggestions to </a:t>
            </a:r>
            <a:r>
              <a:rPr lang="en-US" dirty="0">
                <a:hlinkClick r:id="rId2"/>
              </a:rPr>
              <a:t>alasdair.stewart@glasgow.ac.uk</a:t>
            </a:r>
            <a:endParaRPr lang="en-US"/>
          </a:p>
          <a:p>
            <a:r>
              <a:rPr lang="en-US"/>
              <a:t>Over next few weeks, I will be putting together step-by-step webpages for the examples, suggested exercises, and features we did not have time to cover.</a:t>
            </a:r>
          </a:p>
          <a:p>
            <a:r>
              <a:rPr lang="en-US"/>
              <a:t>Any questions in relation to your own research are greatly welcome! I'll incorpoate </a:t>
            </a:r>
            <a:r>
              <a:rPr lang="en-US">
                <a:ea typeface="+mn-lt"/>
                <a:cs typeface="+mn-lt"/>
              </a:rPr>
              <a:t>these into variations and additional ways to combine features to address different analysis aims and issues.</a:t>
            </a:r>
            <a:endParaRPr lang="en-US"/>
          </a:p>
        </p:txBody>
      </p:sp>
      <p:sp>
        <p:nvSpPr>
          <p:cNvPr id="4" name="Date Placeholder 3">
            <a:extLst>
              <a:ext uri="{FF2B5EF4-FFF2-40B4-BE49-F238E27FC236}">
                <a16:creationId xmlns:a16="http://schemas.microsoft.com/office/drawing/2014/main" id="{49683F83-3C18-36C4-AA6B-6F9A6CC76E3A}"/>
              </a:ext>
            </a:extLst>
          </p:cNvPr>
          <p:cNvSpPr>
            <a:spLocks noGrp="1"/>
          </p:cNvSpPr>
          <p:nvPr>
            <p:ph type="dt" sz="half" idx="10"/>
          </p:nvPr>
        </p:nvSpPr>
        <p:spPr/>
        <p:txBody>
          <a:bodyPr/>
          <a:lstStyle/>
          <a:p>
            <a:fld id="{029FD994-D800-4208-A91D-444EDB67FD8A}" type="datetime1">
              <a:t>2/8/2025</a:t>
            </a:fld>
            <a:endParaRPr lang="en-US" dirty="0"/>
          </a:p>
        </p:txBody>
      </p:sp>
      <p:sp>
        <p:nvSpPr>
          <p:cNvPr id="5" name="Slide Number Placeholder 4">
            <a:extLst>
              <a:ext uri="{FF2B5EF4-FFF2-40B4-BE49-F238E27FC236}">
                <a16:creationId xmlns:a16="http://schemas.microsoft.com/office/drawing/2014/main" id="{3C7A07B0-B7B8-1F98-E50E-BA54F2307770}"/>
              </a:ext>
            </a:extLst>
          </p:cNvPr>
          <p:cNvSpPr>
            <a:spLocks noGrp="1"/>
          </p:cNvSpPr>
          <p:nvPr>
            <p:ph type="sldNum" sz="quarter" idx="12"/>
          </p:nvPr>
        </p:nvSpPr>
        <p:spPr/>
        <p:txBody>
          <a:bodyPr/>
          <a:lstStyle/>
          <a:p>
            <a:fld id="{CC057153-B650-4DEB-B370-79DDCFDCE934}" type="slidenum">
              <a:rPr lang="en-US" dirty="0"/>
              <a:t>16</a:t>
            </a:fld>
            <a:endParaRPr lang="en-US" dirty="0"/>
          </a:p>
        </p:txBody>
      </p:sp>
    </p:spTree>
    <p:extLst>
      <p:ext uri="{BB962C8B-B14F-4D97-AF65-F5344CB8AC3E}">
        <p14:creationId xmlns:p14="http://schemas.microsoft.com/office/powerpoint/2010/main" val="1552805196"/>
      </p:ext>
    </p:extLst>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VanillaVTI</vt:lpstr>
      <vt:lpstr>Going Further with NVivo for Qualitative Analysis</vt:lpstr>
      <vt:lpstr>Code: SGSSS24</vt:lpstr>
      <vt:lpstr>Session Aims</vt:lpstr>
      <vt:lpstr>Slaying "QDAS Zombies" (Jackson et al 2018)</vt:lpstr>
      <vt:lpstr>Session Overview</vt:lpstr>
      <vt:lpstr>It's not you, it's NVivo!</vt:lpstr>
      <vt:lpstr>NVivo Fails (and apologies)</vt:lpstr>
      <vt:lpstr>Part 1: Refining and Developing Coding (45 min)</vt:lpstr>
      <vt:lpstr>Part 1: Refining and Developing Coding (45 min)</vt:lpstr>
      <vt:lpstr>Part 2: Framework matrices and Query Results (45 min)</vt:lpstr>
      <vt:lpstr>Part 2: Framework matrices and Query Results (45 min)</vt:lpstr>
      <vt:lpstr>Part 3: Advance search and query options (45 min)</vt:lpstr>
      <vt:lpstr>Part 3: Advance search and query options (45 min)</vt:lpstr>
      <vt:lpstr>Part 4: Visualising analysis (45 min)</vt:lpstr>
      <vt:lpstr>Part 4: Visualising analysis (45 min)</vt:lpstr>
      <vt:lpstr>Feedback welcome!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828</cp:revision>
  <dcterms:created xsi:type="dcterms:W3CDTF">2024-06-06T02:14:22Z</dcterms:created>
  <dcterms:modified xsi:type="dcterms:W3CDTF">2025-02-08T21:13:16Z</dcterms:modified>
</cp:coreProperties>
</file>